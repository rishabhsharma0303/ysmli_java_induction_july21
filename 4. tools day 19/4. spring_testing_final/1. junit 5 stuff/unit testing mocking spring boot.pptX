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19.xml" ContentType="application/vnd.openxmlformats-officedocument.presentationml.slideLayout+xml"/>
  <Override PartName="/ppt/slideLayouts/_rels/slideLayout20.xml.rels" ContentType="application/vnd.openxmlformats-package.relationships+xml"/>
  <Override PartName="/ppt/slideLayouts/_rels/slideLayout39.xml.rels" ContentType="application/vnd.openxmlformats-package.relationships+xml"/>
  <Override PartName="/ppt/slideLayouts/_rels/slideLayout45.xml.rels" ContentType="application/vnd.openxmlformats-package.relationships+xml"/>
  <Override PartName="/ppt/slideLayouts/_rels/slideLayout36.xml.rels" ContentType="application/vnd.openxmlformats-package.relationships+xml"/>
  <Override PartName="/ppt/slideLayouts/_rels/slideLayout11.xml.rels" ContentType="application/vnd.openxmlformats-package.relationships+xml"/>
  <Override PartName="/ppt/slideLayouts/_rels/slideLayout35.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4.xml.rels" ContentType="application/vnd.openxmlformats-package.relationships+xml"/>
  <Override PartName="/ppt/slideLayouts/_rels/slideLayout9.xml.rels" ContentType="application/vnd.openxmlformats-package.relationships+xml"/>
  <Override PartName="/ppt/slideLayouts/_rels/slideLayout33.xml.rels" ContentType="application/vnd.openxmlformats-package.relationships+xml"/>
  <Override PartName="/ppt/slideLayouts/_rels/slideLayout8.xml.rels" ContentType="application/vnd.openxmlformats-package.relationships+xml"/>
  <Override PartName="/ppt/slideLayouts/_rels/slideLayout44.xml.rels" ContentType="application/vnd.openxmlformats-package.relationships+xml"/>
  <Override PartName="/ppt/slideLayouts/_rels/slideLayout3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22.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7.xml.rels" ContentType="application/vnd.openxmlformats-package.relationships+xml"/>
  <Override PartName="/ppt/slideLayouts/_rels/slideLayout19.xml.rels" ContentType="application/vnd.openxmlformats-package.relationships+xml"/>
  <Override PartName="/ppt/slideLayouts/_rels/slideLayout3.xml.rels" ContentType="application/vnd.openxmlformats-package.relationships+xml"/>
  <Override PartName="/ppt/slideLayouts/_rels/slideLayout43.xml.rels" ContentType="application/vnd.openxmlformats-package.relationships+xml"/>
  <Override PartName="/ppt/slideLayouts/_rels/slideLayout37.xml.rels" ContentType="application/vnd.openxmlformats-package.relationships+xml"/>
  <Override PartName="/ppt/slideLayouts/_rels/slideLayout42.xml.rels" ContentType="application/vnd.openxmlformats-package.relationships+xml"/>
  <Override PartName="/ppt/slideLayouts/_rels/slideLayout41.xml.rels" ContentType="application/vnd.openxmlformats-package.relationships+xml"/>
  <Override PartName="/ppt/slideLayouts/_rels/slideLayout40.xml.rels" ContentType="application/vnd.openxmlformats-package.relationships+xml"/>
  <Override PartName="/ppt/slideLayouts/_rels/slideLayout7.xml.rels" ContentType="application/vnd.openxmlformats-package.relationships+xml"/>
  <Override PartName="/ppt/slideLayouts/_rels/slideLayout2.xml.rels" ContentType="application/vnd.openxmlformats-package.relationships+xml"/>
  <Override PartName="/ppt/slideLayouts/_rels/slideLayout46.xml.rels" ContentType="application/vnd.openxmlformats-package.relationships+xml"/>
  <Override PartName="/ppt/slideLayouts/_rels/slideLayout18.xml.rels" ContentType="application/vnd.openxmlformats-package.relationships+xml"/>
  <Override PartName="/ppt/slideLayouts/_rels/slideLayout21.xml.rels" ContentType="application/vnd.openxmlformats-package.relationships+xml"/>
  <Override PartName="/ppt/slideLayouts/_rels/slideLayout15.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30.xml.rels" ContentType="application/vnd.openxmlformats-package.relationships+xml"/>
  <Override PartName="/ppt/slideLayouts/_rels/slideLayout25.xml.rels" ContentType="application/vnd.openxmlformats-package.relationships+xml"/>
  <Override PartName="/ppt/slideLayouts/_rels/slideLayout31.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32.xml.rels" ContentType="application/vnd.openxmlformats-package.relationships+xml"/>
  <Override PartName="/ppt/slideLayouts/_rels/slideLayout28.xml.rels" ContentType="application/vnd.openxmlformats-package.relationships+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15.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39.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10.xml" ContentType="application/vnd.openxmlformats-officedocument.presentationml.slideLayout+xml"/>
  <Override PartName="/ppt/slideLayouts/slideLayout35.xml" ContentType="application/vnd.openxmlformats-officedocument.presentationml.slideLayout+xml"/>
  <Override PartName="/ppt/slideLayouts/slideLayout11.xml" ContentType="application/vnd.openxmlformats-officedocument.presentationml.slideLayout+xml"/>
  <Override PartName="/ppt/slideLayouts/slideLayout36.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s/slide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_rels/slide29.xml.rels" ContentType="application/vnd.openxmlformats-package.relationships+xml"/>
  <Override PartName="/ppt/slides/_rels/slide33.xml.rels" ContentType="application/vnd.openxmlformats-package.relationships+xml"/>
  <Override PartName="/ppt/slides/_rels/slide28.xml.rels" ContentType="application/vnd.openxmlformats-package.relationships+xml"/>
  <Override PartName="/ppt/slides/_rels/slide32.xml.rels" ContentType="application/vnd.openxmlformats-package.relationships+xml"/>
  <Override PartName="/ppt/slides/_rels/slide27.xml.rels" ContentType="application/vnd.openxmlformats-package.relationships+xml"/>
  <Override PartName="/ppt/slides/_rels/slide26.xml.rels" ContentType="application/vnd.openxmlformats-package.relationships+xml"/>
  <Override PartName="/ppt/slides/_rels/slide31.xml.rels" ContentType="application/vnd.openxmlformats-package.relationships+xml"/>
  <Override PartName="/ppt/slides/_rels/slide25.xml.rels" ContentType="application/vnd.openxmlformats-package.relationships+xml"/>
  <Override PartName="/ppt/slides/_rels/slide21.xml.rels" ContentType="application/vnd.openxmlformats-package.relationships+xml"/>
  <Override PartName="/ppt/slides/_rels/slide18.xml.rels" ContentType="application/vnd.openxmlformats-package.relationships+xml"/>
  <Override PartName="/ppt/slides/_rels/slide46.xml.rels" ContentType="application/vnd.openxmlformats-package.relationships+xml"/>
  <Override PartName="/ppt/slides/_rels/slide2.xml.rels" ContentType="application/vnd.openxmlformats-package.relationships+xml"/>
  <Override PartName="/ppt/slides/_rels/slide40.xml.rels" ContentType="application/vnd.openxmlformats-package.relationships+xml"/>
  <Override PartName="/ppt/slides/_rels/slide34.xml.rels" ContentType="application/vnd.openxmlformats-package.relationships+xml"/>
  <Override PartName="/ppt/slides/_rels/slide39.xml.rels" ContentType="application/vnd.openxmlformats-package.relationships+xml"/>
  <Override PartName="/ppt/slides/_rels/slide8.xml.rels" ContentType="application/vnd.openxmlformats-package.relationships+xml"/>
  <Override PartName="/ppt/slides/_rels/slide48.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5.xml.rels" ContentType="application/vnd.openxmlformats-package.relationships+xml"/>
  <Override PartName="/ppt/slides/_rels/slide42.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37.xml.rels" ContentType="application/vnd.openxmlformats-package.relationships+xml"/>
  <Override PartName="/ppt/slides/_rels/slide43.xml.rels" ContentType="application/vnd.openxmlformats-package.relationships+xml"/>
  <Override PartName="/ppt/slides/_rels/slide22.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9.xml.rels" ContentType="application/vnd.openxmlformats-package.relationships+xml"/>
  <Override PartName="/ppt/slides/_rels/slide47.xml.rels" ContentType="application/vnd.openxmlformats-package.relationships+xml"/>
  <Override PartName="/ppt/slides/_rels/slide3.xml.rels" ContentType="application/vnd.openxmlformats-package.relationships+xml"/>
  <Override PartName="/ppt/slides/_rels/slide45.xml.rels" ContentType="application/vnd.openxmlformats-package.relationships+xml"/>
  <Override PartName="/ppt/slides/_rels/slide4.xml.rels" ContentType="application/vnd.openxmlformats-package.relationships+xml"/>
  <Override PartName="/ppt/slides/_rels/slide41.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12.xml.rels" ContentType="application/vnd.openxmlformats-package.relationships+xml"/>
  <Override PartName="/ppt/slides/_rels/slide44.xml.rels" ContentType="application/vnd.openxmlformats-package.relationships+xml"/>
  <Override PartName="/ppt/slides/_rels/slide38.xml.rels" ContentType="application/vnd.openxmlformats-package.relationships+xml"/>
  <Override PartName="/ppt/slides/_rels/slide7.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30.xml.rels" ContentType="application/vnd.openxmlformats-package.relationships+xml"/>
  <Override PartName="/ppt/slides/slide4.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39.xml" ContentType="application/vnd.openxmlformats-officedocument.presentationml.slide+xml"/>
  <Override PartName="/ppt/slides/slide22.xml" ContentType="application/vnd.openxmlformats-officedocument.presentationml.slide+xml"/>
  <Override PartName="/ppt/slides/slide47.xml" ContentType="application/vnd.openxmlformats-officedocument.presentationml.slide+xml"/>
  <Override PartName="/ppt/slides/slide21.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44.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0.xml" ContentType="application/vnd.openxmlformats-officedocument.presentationml.slide+xml"/>
  <Override PartName="/ppt/slides/slide45.xml" ContentType="application/vnd.openxmlformats-officedocument.presentationml.slide+xml"/>
  <Override PartName="/ppt/slides/slide13.xml" ContentType="application/vnd.openxmlformats-officedocument.presentationml.slide+xml"/>
  <Override PartName="/ppt/slides/slide38.xml" ContentType="application/vnd.openxmlformats-officedocument.presentationml.slide+xml"/>
  <Override PartName="/ppt/slides/slide4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35.xml" ContentType="application/vnd.openxmlformats-officedocument.presentationml.slide+xml"/>
  <Override PartName="/ppt/slides/slide11.xml" ContentType="application/vnd.openxmlformats-officedocument.presentationml.slide+xml"/>
  <Override PartName="/ppt/slides/slide36.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media/image2.png" ContentType="image/png"/>
  <Override PartName="/ppt/media/image1.png" ContentType="image/png"/>
  <Override PartName="/ppt/media/image3.png" ContentType="image/png"/>
  <Override PartName="/ppt/media/image4.png" ContentType="image/png"/>
  <Override PartName="/ppt/media/image6.png" ContentType="image/png"/>
  <Override PartName="/ppt/media/image5.png" ContentType="image/png"/>
  <Override PartName="/ppt/media/image7.png" ContentType="image/png"/>
  <Override PartName="/ppt/media/image8.png" ContentType="image/png"/>
  <Override PartName="/ppt/media/image9.png" ContentType="image/png"/>
  <Override PartName="/ppt/media/image14.png" ContentType="image/png"/>
  <Override PartName="/ppt/media/image13.png" ContentType="image/png"/>
  <Override PartName="/ppt/media/image12.png" ContentType="image/png"/>
  <Override PartName="/ppt/media/image11.png" ContentType="image/png"/>
  <Override PartName="/ppt/media/image10.png" ContentType="image/png"/>
  <Override PartName="/ppt/media/image16.png" ContentType="image/png"/>
  <Override PartName="/ppt/media/image15.png" ContentType="image/png"/>
  <Override PartName="/ppt/media/image17.png" ContentType="image/png"/>
  <Override PartName="/ppt/media/image18.png" ContentType="image/png"/>
  <Override PartName="/ppt/media/image19.png" ContentType="image/png"/>
  <Override PartName="/ppt/media/image23.png" ContentType="image/png"/>
  <Override PartName="/ppt/media/image22.png" ContentType="image/png"/>
  <Override PartName="/ppt/media/image24.png" ContentType="image/png"/>
  <Override PartName="/ppt/media/image25.png" ContentType="image/png"/>
  <Override PartName="/ppt/media/image26.png" ContentType="image/png"/>
  <Override PartName="/ppt/media/image21.png" ContentType="image/png"/>
  <Override PartName="/ppt/media/image20.png" ContentType="image/png"/>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4.xml.rels" ContentType="application/vnd.openxmlformats-package.relationships+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_rels/.rels" ContentType="application/vnd.openxmlformats-package.relationshi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6" name="PlaceHolder 2"/>
          <p:cNvSpPr>
            <a:spLocks noGrp="1"/>
          </p:cNvSpPr>
          <p:nvPr>
            <p:ph type="body"/>
          </p:nvPr>
        </p:nvSpPr>
        <p:spPr>
          <a:xfrm>
            <a:off x="609480" y="1604520"/>
            <a:ext cx="109724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8"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9"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3"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4"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
        <p:nvSpPr>
          <p:cNvPr id="15"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7"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1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9" name="PlaceHolder 4"/>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21"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2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23" name="PlaceHolder 4"/>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25" name="PlaceHolder 2"/>
          <p:cNvSpPr>
            <a:spLocks noGrp="1"/>
          </p:cNvSpPr>
          <p:nvPr>
            <p:ph type="body"/>
          </p:nvPr>
        </p:nvSpPr>
        <p:spPr>
          <a:xfrm>
            <a:off x="609480" y="1604520"/>
            <a:ext cx="10972440" cy="1896840"/>
          </a:xfrm>
          <a:prstGeom prst="rect">
            <a:avLst/>
          </a:prstGeom>
        </p:spPr>
        <p:txBody>
          <a:bodyPr lIns="0" rIns="0" tIns="0" bIns="0">
            <a:normAutofit/>
          </a:bodyPr>
          <a:p>
            <a:endParaRPr b="0" lang="en-IN" sz="3200" spc="-1" strike="noStrike">
              <a:latin typeface="Arial"/>
            </a:endParaRPr>
          </a:p>
        </p:txBody>
      </p:sp>
      <p:sp>
        <p:nvSpPr>
          <p:cNvPr id="26" name="PlaceHolder 3"/>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28"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2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30"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
        <p:nvSpPr>
          <p:cNvPr id="31" name="PlaceHolder 5"/>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33" name="PlaceHolder 2"/>
          <p:cNvSpPr>
            <a:spLocks noGrp="1"/>
          </p:cNvSpPr>
          <p:nvPr>
            <p:ph type="body"/>
          </p:nvPr>
        </p:nvSpPr>
        <p:spPr>
          <a:xfrm>
            <a:off x="609480" y="1604520"/>
            <a:ext cx="3533040" cy="1896840"/>
          </a:xfrm>
          <a:prstGeom prst="rect">
            <a:avLst/>
          </a:prstGeom>
        </p:spPr>
        <p:txBody>
          <a:bodyPr lIns="0" rIns="0" tIns="0" bIns="0">
            <a:normAutofit/>
          </a:bodyPr>
          <a:p>
            <a:endParaRPr b="0" lang="en-IN" sz="3200" spc="-1" strike="noStrike">
              <a:latin typeface="Arial"/>
            </a:endParaRPr>
          </a:p>
        </p:txBody>
      </p:sp>
      <p:sp>
        <p:nvSpPr>
          <p:cNvPr id="34" name="PlaceHolder 3"/>
          <p:cNvSpPr>
            <a:spLocks noGrp="1"/>
          </p:cNvSpPr>
          <p:nvPr>
            <p:ph type="body"/>
          </p:nvPr>
        </p:nvSpPr>
        <p:spPr>
          <a:xfrm>
            <a:off x="4319640" y="1604520"/>
            <a:ext cx="3533040" cy="1896840"/>
          </a:xfrm>
          <a:prstGeom prst="rect">
            <a:avLst/>
          </a:prstGeom>
        </p:spPr>
        <p:txBody>
          <a:bodyPr lIns="0" rIns="0" tIns="0" bIns="0">
            <a:normAutofit/>
          </a:bodyPr>
          <a:p>
            <a:endParaRPr b="0" lang="en-IN" sz="3200" spc="-1" strike="noStrike">
              <a:latin typeface="Arial"/>
            </a:endParaRPr>
          </a:p>
        </p:txBody>
      </p:sp>
      <p:sp>
        <p:nvSpPr>
          <p:cNvPr id="35" name="PlaceHolder 4"/>
          <p:cNvSpPr>
            <a:spLocks noGrp="1"/>
          </p:cNvSpPr>
          <p:nvPr>
            <p:ph type="body"/>
          </p:nvPr>
        </p:nvSpPr>
        <p:spPr>
          <a:xfrm>
            <a:off x="8029800" y="1604520"/>
            <a:ext cx="3533040" cy="1896840"/>
          </a:xfrm>
          <a:prstGeom prst="rect">
            <a:avLst/>
          </a:prstGeom>
        </p:spPr>
        <p:txBody>
          <a:bodyPr lIns="0" rIns="0" tIns="0" bIns="0">
            <a:normAutofit/>
          </a:bodyPr>
          <a:p>
            <a:endParaRPr b="0" lang="en-IN" sz="3200" spc="-1" strike="noStrike">
              <a:latin typeface="Arial"/>
            </a:endParaRPr>
          </a:p>
        </p:txBody>
      </p:sp>
      <p:sp>
        <p:nvSpPr>
          <p:cNvPr id="36" name="PlaceHolder 5"/>
          <p:cNvSpPr>
            <a:spLocks noGrp="1"/>
          </p:cNvSpPr>
          <p:nvPr>
            <p:ph type="body"/>
          </p:nvPr>
        </p:nvSpPr>
        <p:spPr>
          <a:xfrm>
            <a:off x="609480" y="3682080"/>
            <a:ext cx="3533040" cy="1896840"/>
          </a:xfrm>
          <a:prstGeom prst="rect">
            <a:avLst/>
          </a:prstGeom>
        </p:spPr>
        <p:txBody>
          <a:bodyPr lIns="0" rIns="0" tIns="0" bIns="0">
            <a:normAutofit/>
          </a:bodyPr>
          <a:p>
            <a:endParaRPr b="0" lang="en-IN" sz="3200" spc="-1" strike="noStrike">
              <a:latin typeface="Arial"/>
            </a:endParaRPr>
          </a:p>
        </p:txBody>
      </p:sp>
      <p:sp>
        <p:nvSpPr>
          <p:cNvPr id="37" name="PlaceHolder 6"/>
          <p:cNvSpPr>
            <a:spLocks noGrp="1"/>
          </p:cNvSpPr>
          <p:nvPr>
            <p:ph type="body"/>
          </p:nvPr>
        </p:nvSpPr>
        <p:spPr>
          <a:xfrm>
            <a:off x="4319640" y="3682080"/>
            <a:ext cx="3533040" cy="1896840"/>
          </a:xfrm>
          <a:prstGeom prst="rect">
            <a:avLst/>
          </a:prstGeom>
        </p:spPr>
        <p:txBody>
          <a:bodyPr lIns="0" rIns="0" tIns="0" bIns="0">
            <a:normAutofit/>
          </a:bodyPr>
          <a:p>
            <a:endParaRPr b="0" lang="en-IN" sz="3200" spc="-1" strike="noStrike">
              <a:latin typeface="Arial"/>
            </a:endParaRPr>
          </a:p>
        </p:txBody>
      </p:sp>
      <p:sp>
        <p:nvSpPr>
          <p:cNvPr id="38" name="PlaceHolder 7"/>
          <p:cNvSpPr>
            <a:spLocks noGrp="1"/>
          </p:cNvSpPr>
          <p:nvPr>
            <p:ph type="body"/>
          </p:nvPr>
        </p:nvSpPr>
        <p:spPr>
          <a:xfrm>
            <a:off x="8029800" y="3682080"/>
            <a:ext cx="35330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4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48"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49"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53"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54"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
        <p:nvSpPr>
          <p:cNvPr id="55"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57"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5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59" name="PlaceHolder 4"/>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63" name="PlaceHolder 4"/>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65" name="PlaceHolder 2"/>
          <p:cNvSpPr>
            <a:spLocks noGrp="1"/>
          </p:cNvSpPr>
          <p:nvPr>
            <p:ph type="body"/>
          </p:nvPr>
        </p:nvSpPr>
        <p:spPr>
          <a:xfrm>
            <a:off x="609480" y="1604520"/>
            <a:ext cx="10972440" cy="1896840"/>
          </a:xfrm>
          <a:prstGeom prst="rect">
            <a:avLst/>
          </a:prstGeom>
        </p:spPr>
        <p:txBody>
          <a:bodyPr lIns="0" rIns="0" tIns="0" bIns="0">
            <a:normAutofit/>
          </a:bodyPr>
          <a:p>
            <a:endParaRPr b="0" lang="en-IN" sz="3200" spc="-1" strike="noStrike">
              <a:latin typeface="Arial"/>
            </a:endParaRPr>
          </a:p>
        </p:txBody>
      </p:sp>
      <p:sp>
        <p:nvSpPr>
          <p:cNvPr id="66" name="PlaceHolder 3"/>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68"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70"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
        <p:nvSpPr>
          <p:cNvPr id="71" name="PlaceHolder 5"/>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73" name="PlaceHolder 2"/>
          <p:cNvSpPr>
            <a:spLocks noGrp="1"/>
          </p:cNvSpPr>
          <p:nvPr>
            <p:ph type="body"/>
          </p:nvPr>
        </p:nvSpPr>
        <p:spPr>
          <a:xfrm>
            <a:off x="609480" y="1604520"/>
            <a:ext cx="3533040" cy="1896840"/>
          </a:xfrm>
          <a:prstGeom prst="rect">
            <a:avLst/>
          </a:prstGeom>
        </p:spPr>
        <p:txBody>
          <a:bodyPr lIns="0" rIns="0" tIns="0" bIns="0">
            <a:normAutofit/>
          </a:bodyPr>
          <a:p>
            <a:endParaRPr b="0" lang="en-IN" sz="3200" spc="-1" strike="noStrike">
              <a:latin typeface="Arial"/>
            </a:endParaRPr>
          </a:p>
        </p:txBody>
      </p:sp>
      <p:sp>
        <p:nvSpPr>
          <p:cNvPr id="74" name="PlaceHolder 3"/>
          <p:cNvSpPr>
            <a:spLocks noGrp="1"/>
          </p:cNvSpPr>
          <p:nvPr>
            <p:ph type="body"/>
          </p:nvPr>
        </p:nvSpPr>
        <p:spPr>
          <a:xfrm>
            <a:off x="4319640" y="1604520"/>
            <a:ext cx="3533040" cy="1896840"/>
          </a:xfrm>
          <a:prstGeom prst="rect">
            <a:avLst/>
          </a:prstGeom>
        </p:spPr>
        <p:txBody>
          <a:bodyPr lIns="0" rIns="0" tIns="0" bIns="0">
            <a:normAutofit/>
          </a:bodyPr>
          <a:p>
            <a:endParaRPr b="0" lang="en-IN" sz="3200" spc="-1" strike="noStrike">
              <a:latin typeface="Arial"/>
            </a:endParaRPr>
          </a:p>
        </p:txBody>
      </p:sp>
      <p:sp>
        <p:nvSpPr>
          <p:cNvPr id="75" name="PlaceHolder 4"/>
          <p:cNvSpPr>
            <a:spLocks noGrp="1"/>
          </p:cNvSpPr>
          <p:nvPr>
            <p:ph type="body"/>
          </p:nvPr>
        </p:nvSpPr>
        <p:spPr>
          <a:xfrm>
            <a:off x="8029800" y="1604520"/>
            <a:ext cx="3533040" cy="1896840"/>
          </a:xfrm>
          <a:prstGeom prst="rect">
            <a:avLst/>
          </a:prstGeom>
        </p:spPr>
        <p:txBody>
          <a:bodyPr lIns="0" rIns="0" tIns="0" bIns="0">
            <a:normAutofit/>
          </a:bodyPr>
          <a:p>
            <a:endParaRPr b="0" lang="en-IN" sz="3200" spc="-1" strike="noStrike">
              <a:latin typeface="Arial"/>
            </a:endParaRPr>
          </a:p>
        </p:txBody>
      </p:sp>
      <p:sp>
        <p:nvSpPr>
          <p:cNvPr id="76" name="PlaceHolder 5"/>
          <p:cNvSpPr>
            <a:spLocks noGrp="1"/>
          </p:cNvSpPr>
          <p:nvPr>
            <p:ph type="body"/>
          </p:nvPr>
        </p:nvSpPr>
        <p:spPr>
          <a:xfrm>
            <a:off x="609480" y="3682080"/>
            <a:ext cx="3533040" cy="1896840"/>
          </a:xfrm>
          <a:prstGeom prst="rect">
            <a:avLst/>
          </a:prstGeom>
        </p:spPr>
        <p:txBody>
          <a:bodyPr lIns="0" rIns="0" tIns="0" bIns="0">
            <a:normAutofit/>
          </a:bodyPr>
          <a:p>
            <a:endParaRPr b="0" lang="en-IN" sz="3200" spc="-1" strike="noStrike">
              <a:latin typeface="Arial"/>
            </a:endParaRPr>
          </a:p>
        </p:txBody>
      </p:sp>
      <p:sp>
        <p:nvSpPr>
          <p:cNvPr id="77" name="PlaceHolder 6"/>
          <p:cNvSpPr>
            <a:spLocks noGrp="1"/>
          </p:cNvSpPr>
          <p:nvPr>
            <p:ph type="body"/>
          </p:nvPr>
        </p:nvSpPr>
        <p:spPr>
          <a:xfrm>
            <a:off x="4319640" y="3682080"/>
            <a:ext cx="3533040" cy="1896840"/>
          </a:xfrm>
          <a:prstGeom prst="rect">
            <a:avLst/>
          </a:prstGeom>
        </p:spPr>
        <p:txBody>
          <a:bodyPr lIns="0" rIns="0" tIns="0" bIns="0">
            <a:normAutofit/>
          </a:bodyPr>
          <a:p>
            <a:endParaRPr b="0" lang="en-IN" sz="3200" spc="-1" strike="noStrike">
              <a:latin typeface="Arial"/>
            </a:endParaRPr>
          </a:p>
        </p:txBody>
      </p:sp>
      <p:sp>
        <p:nvSpPr>
          <p:cNvPr id="78" name="PlaceHolder 7"/>
          <p:cNvSpPr>
            <a:spLocks noGrp="1"/>
          </p:cNvSpPr>
          <p:nvPr>
            <p:ph type="body"/>
          </p:nvPr>
        </p:nvSpPr>
        <p:spPr>
          <a:xfrm>
            <a:off x="8029800" y="3682080"/>
            <a:ext cx="35330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8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8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87"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8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92"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9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
        <p:nvSpPr>
          <p:cNvPr id="94"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96"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9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00"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0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0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0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IN" sz="3200" spc="-1" strike="noStrike">
              <a:latin typeface="Arial"/>
            </a:endParaRPr>
          </a:p>
        </p:txBody>
      </p:sp>
      <p:sp>
        <p:nvSpPr>
          <p:cNvPr id="10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07"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0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09"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
        <p:nvSpPr>
          <p:cNvPr id="11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12" name="PlaceHolder 2"/>
          <p:cNvSpPr>
            <a:spLocks noGrp="1"/>
          </p:cNvSpPr>
          <p:nvPr>
            <p:ph type="body"/>
          </p:nvPr>
        </p:nvSpPr>
        <p:spPr>
          <a:xfrm>
            <a:off x="609480" y="1604520"/>
            <a:ext cx="3533040" cy="1896840"/>
          </a:xfrm>
          <a:prstGeom prst="rect">
            <a:avLst/>
          </a:prstGeom>
        </p:spPr>
        <p:txBody>
          <a:bodyPr lIns="0" rIns="0" tIns="0" bIns="0">
            <a:normAutofit/>
          </a:bodyPr>
          <a:p>
            <a:endParaRPr b="0" lang="en-IN" sz="3200" spc="-1" strike="noStrike">
              <a:latin typeface="Arial"/>
            </a:endParaRPr>
          </a:p>
        </p:txBody>
      </p:sp>
      <p:sp>
        <p:nvSpPr>
          <p:cNvPr id="11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IN" sz="3200" spc="-1" strike="noStrike">
              <a:latin typeface="Arial"/>
            </a:endParaRPr>
          </a:p>
        </p:txBody>
      </p:sp>
      <p:sp>
        <p:nvSpPr>
          <p:cNvPr id="11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IN" sz="3200" spc="-1" strike="noStrike">
              <a:latin typeface="Arial"/>
            </a:endParaRPr>
          </a:p>
        </p:txBody>
      </p:sp>
      <p:sp>
        <p:nvSpPr>
          <p:cNvPr id="115" name="PlaceHolder 5"/>
          <p:cNvSpPr>
            <a:spLocks noGrp="1"/>
          </p:cNvSpPr>
          <p:nvPr>
            <p:ph type="body"/>
          </p:nvPr>
        </p:nvSpPr>
        <p:spPr>
          <a:xfrm>
            <a:off x="609480" y="3682080"/>
            <a:ext cx="3533040" cy="1896840"/>
          </a:xfrm>
          <a:prstGeom prst="rect">
            <a:avLst/>
          </a:prstGeom>
        </p:spPr>
        <p:txBody>
          <a:bodyPr lIns="0" rIns="0" tIns="0" bIns="0">
            <a:normAutofit/>
          </a:bodyPr>
          <a:p>
            <a:endParaRPr b="0" lang="en-IN" sz="3200" spc="-1" strike="noStrike">
              <a:latin typeface="Arial"/>
            </a:endParaRPr>
          </a:p>
        </p:txBody>
      </p:sp>
      <p:sp>
        <p:nvSpPr>
          <p:cNvPr id="11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IN" sz="3200" spc="-1" strike="noStrike">
              <a:latin typeface="Arial"/>
            </a:endParaRPr>
          </a:p>
        </p:txBody>
      </p:sp>
      <p:sp>
        <p:nvSpPr>
          <p:cNvPr id="11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22"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24" name="PlaceHolder 2"/>
          <p:cNvSpPr>
            <a:spLocks noGrp="1"/>
          </p:cNvSpPr>
          <p:nvPr>
            <p:ph type="body"/>
          </p:nvPr>
        </p:nvSpPr>
        <p:spPr>
          <a:xfrm>
            <a:off x="609480" y="1604520"/>
            <a:ext cx="109724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26"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31"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32"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
        <p:nvSpPr>
          <p:cNvPr id="133"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35"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13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37" name="PlaceHolder 4"/>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39"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40"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41" name="PlaceHolder 4"/>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43" name="PlaceHolder 2"/>
          <p:cNvSpPr>
            <a:spLocks noGrp="1"/>
          </p:cNvSpPr>
          <p:nvPr>
            <p:ph type="body"/>
          </p:nvPr>
        </p:nvSpPr>
        <p:spPr>
          <a:xfrm>
            <a:off x="609480" y="1604520"/>
            <a:ext cx="10972440" cy="1896840"/>
          </a:xfrm>
          <a:prstGeom prst="rect">
            <a:avLst/>
          </a:prstGeom>
        </p:spPr>
        <p:txBody>
          <a:bodyPr lIns="0" rIns="0" tIns="0" bIns="0">
            <a:normAutofit/>
          </a:bodyPr>
          <a:p>
            <a:endParaRPr b="0" lang="en-IN" sz="3200" spc="-1" strike="noStrike">
              <a:latin typeface="Arial"/>
            </a:endParaRPr>
          </a:p>
        </p:txBody>
      </p:sp>
      <p:sp>
        <p:nvSpPr>
          <p:cNvPr id="144" name="PlaceHolder 3"/>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46"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4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48"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
        <p:nvSpPr>
          <p:cNvPr id="149" name="PlaceHolder 5"/>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51" name="PlaceHolder 2"/>
          <p:cNvSpPr>
            <a:spLocks noGrp="1"/>
          </p:cNvSpPr>
          <p:nvPr>
            <p:ph type="body"/>
          </p:nvPr>
        </p:nvSpPr>
        <p:spPr>
          <a:xfrm>
            <a:off x="609480" y="1604520"/>
            <a:ext cx="3533040" cy="1896840"/>
          </a:xfrm>
          <a:prstGeom prst="rect">
            <a:avLst/>
          </a:prstGeom>
        </p:spPr>
        <p:txBody>
          <a:bodyPr lIns="0" rIns="0" tIns="0" bIns="0">
            <a:normAutofit/>
          </a:bodyPr>
          <a:p>
            <a:endParaRPr b="0" lang="en-IN" sz="3200" spc="-1" strike="noStrike">
              <a:latin typeface="Arial"/>
            </a:endParaRPr>
          </a:p>
        </p:txBody>
      </p:sp>
      <p:sp>
        <p:nvSpPr>
          <p:cNvPr id="152" name="PlaceHolder 3"/>
          <p:cNvSpPr>
            <a:spLocks noGrp="1"/>
          </p:cNvSpPr>
          <p:nvPr>
            <p:ph type="body"/>
          </p:nvPr>
        </p:nvSpPr>
        <p:spPr>
          <a:xfrm>
            <a:off x="4319640" y="1604520"/>
            <a:ext cx="3533040" cy="1896840"/>
          </a:xfrm>
          <a:prstGeom prst="rect">
            <a:avLst/>
          </a:prstGeom>
        </p:spPr>
        <p:txBody>
          <a:bodyPr lIns="0" rIns="0" tIns="0" bIns="0">
            <a:normAutofit/>
          </a:bodyPr>
          <a:p>
            <a:endParaRPr b="0" lang="en-IN" sz="3200" spc="-1" strike="noStrike">
              <a:latin typeface="Arial"/>
            </a:endParaRPr>
          </a:p>
        </p:txBody>
      </p:sp>
      <p:sp>
        <p:nvSpPr>
          <p:cNvPr id="153" name="PlaceHolder 4"/>
          <p:cNvSpPr>
            <a:spLocks noGrp="1"/>
          </p:cNvSpPr>
          <p:nvPr>
            <p:ph type="body"/>
          </p:nvPr>
        </p:nvSpPr>
        <p:spPr>
          <a:xfrm>
            <a:off x="8029800" y="1604520"/>
            <a:ext cx="3533040" cy="1896840"/>
          </a:xfrm>
          <a:prstGeom prst="rect">
            <a:avLst/>
          </a:prstGeom>
        </p:spPr>
        <p:txBody>
          <a:bodyPr lIns="0" rIns="0" tIns="0" bIns="0">
            <a:normAutofit/>
          </a:bodyPr>
          <a:p>
            <a:endParaRPr b="0" lang="en-IN" sz="3200" spc="-1" strike="noStrike">
              <a:latin typeface="Arial"/>
            </a:endParaRPr>
          </a:p>
        </p:txBody>
      </p:sp>
      <p:sp>
        <p:nvSpPr>
          <p:cNvPr id="154" name="PlaceHolder 5"/>
          <p:cNvSpPr>
            <a:spLocks noGrp="1"/>
          </p:cNvSpPr>
          <p:nvPr>
            <p:ph type="body"/>
          </p:nvPr>
        </p:nvSpPr>
        <p:spPr>
          <a:xfrm>
            <a:off x="609480" y="3682080"/>
            <a:ext cx="3533040" cy="1896840"/>
          </a:xfrm>
          <a:prstGeom prst="rect">
            <a:avLst/>
          </a:prstGeom>
        </p:spPr>
        <p:txBody>
          <a:bodyPr lIns="0" rIns="0" tIns="0" bIns="0">
            <a:normAutofit/>
          </a:bodyPr>
          <a:p>
            <a:endParaRPr b="0" lang="en-IN" sz="3200" spc="-1" strike="noStrike">
              <a:latin typeface="Arial"/>
            </a:endParaRPr>
          </a:p>
        </p:txBody>
      </p:sp>
      <p:sp>
        <p:nvSpPr>
          <p:cNvPr id="155" name="PlaceHolder 6"/>
          <p:cNvSpPr>
            <a:spLocks noGrp="1"/>
          </p:cNvSpPr>
          <p:nvPr>
            <p:ph type="body"/>
          </p:nvPr>
        </p:nvSpPr>
        <p:spPr>
          <a:xfrm>
            <a:off x="4319640" y="3682080"/>
            <a:ext cx="3533040" cy="1896840"/>
          </a:xfrm>
          <a:prstGeom prst="rect">
            <a:avLst/>
          </a:prstGeom>
        </p:spPr>
        <p:txBody>
          <a:bodyPr lIns="0" rIns="0" tIns="0" bIns="0">
            <a:normAutofit/>
          </a:bodyPr>
          <a:p>
            <a:endParaRPr b="0" lang="en-IN" sz="3200" spc="-1" strike="noStrike">
              <a:latin typeface="Arial"/>
            </a:endParaRPr>
          </a:p>
        </p:txBody>
      </p:sp>
      <p:sp>
        <p:nvSpPr>
          <p:cNvPr id="156" name="PlaceHolder 7"/>
          <p:cNvSpPr>
            <a:spLocks noGrp="1"/>
          </p:cNvSpPr>
          <p:nvPr>
            <p:ph type="body"/>
          </p:nvPr>
        </p:nvSpPr>
        <p:spPr>
          <a:xfrm>
            <a:off x="8029800" y="3682080"/>
            <a:ext cx="3533040" cy="189684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CustomShape 1"/>
          <p:cNvSpPr/>
          <p:nvPr/>
        </p:nvSpPr>
        <p:spPr>
          <a:xfrm>
            <a:off x="0" y="3918600"/>
            <a:ext cx="608400" cy="978480"/>
          </a:xfrm>
          <a:prstGeom prst="rect">
            <a:avLst/>
          </a:prstGeom>
          <a:solidFill>
            <a:srgbClr val="ef2929"/>
          </a:solidFill>
          <a:ln>
            <a:noFill/>
          </a:ln>
        </p:spPr>
        <p:style>
          <a:lnRef idx="2"/>
          <a:fillRef idx="0"/>
          <a:effectRef idx="0"/>
          <a:fontRef idx="minor"/>
        </p:style>
      </p:sp>
      <p:sp>
        <p:nvSpPr>
          <p:cNvPr id="1"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IN" sz="4400" spc="-1" strike="noStrike">
                <a:latin typeface="Arial"/>
              </a:rPr>
              <a:t>Click to edit the title </a:t>
            </a:r>
            <a:r>
              <a:rPr b="0" lang="en-IN" sz="4400" spc="-1" strike="noStrike">
                <a:latin typeface="Arial"/>
              </a:rPr>
              <a:t>text format</a:t>
            </a:r>
            <a:endParaRPr b="0" lang="en-IN" sz="4400" spc="-1" strike="noStrike">
              <a:latin typeface="Arial"/>
            </a:endParaRPr>
          </a:p>
        </p:txBody>
      </p:sp>
      <p:sp>
        <p:nvSpPr>
          <p:cNvPr id="2"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CustomShape 1"/>
          <p:cNvSpPr/>
          <p:nvPr/>
        </p:nvSpPr>
        <p:spPr>
          <a:xfrm>
            <a:off x="957600" y="5355720"/>
            <a:ext cx="10362600" cy="3670920"/>
          </a:xfrm>
          <a:prstGeom prst="rect">
            <a:avLst/>
          </a:prstGeom>
          <a:noFill/>
          <a:ln>
            <a:noFill/>
          </a:ln>
        </p:spPr>
        <p:style>
          <a:lnRef idx="0"/>
          <a:fillRef idx="0"/>
          <a:effectRef idx="0"/>
          <a:fontRef idx="minor"/>
        </p:style>
      </p:sp>
      <p:sp>
        <p:nvSpPr>
          <p:cNvPr id="40" name="CustomShape 2"/>
          <p:cNvSpPr/>
          <p:nvPr/>
        </p:nvSpPr>
        <p:spPr>
          <a:xfrm>
            <a:off x="0" y="3918600"/>
            <a:ext cx="608760" cy="978840"/>
          </a:xfrm>
          <a:prstGeom prst="rect">
            <a:avLst/>
          </a:prstGeom>
          <a:solidFill>
            <a:srgbClr val="ef2929"/>
          </a:solidFill>
          <a:ln>
            <a:noFill/>
          </a:ln>
        </p:spPr>
        <p:style>
          <a:lnRef idx="0"/>
          <a:fillRef idx="0"/>
          <a:effectRef idx="0"/>
          <a:fontRef idx="minor"/>
        </p:style>
      </p:sp>
      <p:sp>
        <p:nvSpPr>
          <p:cNvPr id="41" name="PlaceHolder 3"/>
          <p:cNvSpPr>
            <a:spLocks noGrp="1"/>
          </p:cNvSpPr>
          <p:nvPr>
            <p:ph type="title"/>
          </p:nvPr>
        </p:nvSpPr>
        <p:spPr>
          <a:xfrm>
            <a:off x="609480" y="273600"/>
            <a:ext cx="10972440" cy="1144800"/>
          </a:xfrm>
          <a:prstGeom prst="rect">
            <a:avLst/>
          </a:prstGeom>
        </p:spPr>
        <p:txBody>
          <a:bodyPr lIns="0" rIns="0" tIns="0" bIns="0" anchor="ctr">
            <a:noAutofit/>
          </a:bodyPr>
          <a:p>
            <a:pPr algn="ctr"/>
            <a:r>
              <a:rPr b="0" lang="en-IN" sz="4400" spc="-1" strike="noStrike">
                <a:latin typeface="Arial"/>
              </a:rPr>
              <a:t>Click to edit the title </a:t>
            </a:r>
            <a:r>
              <a:rPr b="0" lang="en-IN" sz="4400" spc="-1" strike="noStrike">
                <a:latin typeface="Arial"/>
              </a:rPr>
              <a:t>text format</a:t>
            </a:r>
            <a:endParaRPr b="0" lang="en-IN" sz="4400" spc="-1" strike="noStrike">
              <a:latin typeface="Arial"/>
            </a:endParaRPr>
          </a:p>
        </p:txBody>
      </p:sp>
      <p:sp>
        <p:nvSpPr>
          <p:cNvPr id="42" name="PlaceHolder 4"/>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ustomShape 1"/>
          <p:cNvSpPr/>
          <p:nvPr/>
        </p:nvSpPr>
        <p:spPr>
          <a:xfrm>
            <a:off x="0" y="3918600"/>
            <a:ext cx="608400" cy="978480"/>
          </a:xfrm>
          <a:prstGeom prst="rect">
            <a:avLst/>
          </a:prstGeom>
          <a:solidFill>
            <a:srgbClr val="ef2929"/>
          </a:solidFill>
          <a:ln>
            <a:noFill/>
          </a:ln>
        </p:spPr>
        <p:style>
          <a:lnRef idx="0"/>
          <a:fillRef idx="0"/>
          <a:effectRef idx="0"/>
          <a:fontRef idx="minor"/>
        </p:style>
      </p:sp>
      <p:sp>
        <p:nvSpPr>
          <p:cNvPr id="80"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IN" sz="4400" spc="-1" strike="noStrike">
                <a:latin typeface="Arial"/>
              </a:rPr>
              <a:t>Click to edit the title </a:t>
            </a:r>
            <a:r>
              <a:rPr b="0" lang="en-IN" sz="4400" spc="-1" strike="noStrike">
                <a:latin typeface="Arial"/>
              </a:rPr>
              <a:t>text format</a:t>
            </a:r>
            <a:endParaRPr b="0" lang="en-IN" sz="4400" spc="-1" strike="noStrike">
              <a:latin typeface="Arial"/>
            </a:endParaRPr>
          </a:p>
        </p:txBody>
      </p:sp>
      <p:sp>
        <p:nvSpPr>
          <p:cNvPr id="81"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CustomShape 1"/>
          <p:cNvSpPr/>
          <p:nvPr/>
        </p:nvSpPr>
        <p:spPr>
          <a:xfrm>
            <a:off x="0" y="3918600"/>
            <a:ext cx="608400" cy="978480"/>
          </a:xfrm>
          <a:prstGeom prst="rect">
            <a:avLst/>
          </a:prstGeom>
          <a:solidFill>
            <a:srgbClr val="ef2929"/>
          </a:solidFill>
          <a:ln>
            <a:noFill/>
          </a:ln>
        </p:spPr>
        <p:style>
          <a:lnRef idx="0"/>
          <a:fillRef idx="0"/>
          <a:effectRef idx="0"/>
          <a:fontRef idx="minor"/>
        </p:style>
      </p:sp>
      <p:sp>
        <p:nvSpPr>
          <p:cNvPr id="119"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120"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s://junit.org/junit5/" TargetMode="External"/><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hyperlink" Target="https://site.mockito.org/" TargetMode="External"/><Relationship Id="rId2"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hyperlink" Target="https://www.eclemma.org/jacoco/" TargetMode="External"/><Relationship Id="rId2"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hyperlink" Target="https://pitest.org/" TargetMode="External"/><Relationship Id="rId2"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hyperlink" Target="https://docs.spring.io/spring-framework/docs/5.0.0.BUILD-SNAPSHOT/spring-framework-reference/html/integration-testing.html" TargetMode="External"/><Relationship Id="rId2"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
</Relationships>
</file>

<file path=ppt/slides/_rels/slide1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7.xml"/>
</Relationships>
</file>

<file path=ppt/slides/_rels/slide2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
</Relationships>
</file>

<file path=ppt/slides/_rels/slide2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37.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37.xml"/>
</Relationships>
</file>

<file path=ppt/slides/_rels/slide2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37.xml"/>
</Relationships>
</file>

<file path=ppt/slides/_rels/slide2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7.xml"/>
</Relationships>
</file>

<file path=ppt/slides/_rels/slide2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5.xml"/>
</Relationships>
</file>

<file path=ppt/slides/_rels/slide2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5.xml.rels><?xml version="1.0" encoding="UTF-8"?>
<Relationships xmlns="http://schemas.openxmlformats.org/package/2006/relationships"><Relationship Id="rId1" Type="http://schemas.openxmlformats.org/officeDocument/2006/relationships/hyperlink" Target="https://github.com/mockito/mockito/wiki/FAQ#what-are-the-limitations-of-mockito" TargetMode="External"/><Relationship Id="rId2" Type="http://schemas.openxmlformats.org/officeDocument/2006/relationships/slideLayout" Target="../slideLayouts/slideLayout25.xml"/>
</Relationships>
</file>

<file path=ppt/slides/_rels/slide3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7" name="" descr=""/>
          <p:cNvPicPr/>
          <p:nvPr/>
        </p:nvPicPr>
        <p:blipFill>
          <a:blip r:embed="rId1">
            <a:alphaModFix amt="50000"/>
          </a:blip>
          <a:srcRect l="18163" t="0" r="17827" b="0"/>
          <a:stretch/>
        </p:blipFill>
        <p:spPr>
          <a:xfrm>
            <a:off x="0" y="0"/>
            <a:ext cx="12191040" cy="6857280"/>
          </a:xfrm>
          <a:prstGeom prst="rect">
            <a:avLst/>
          </a:prstGeom>
          <a:ln>
            <a:noFill/>
          </a:ln>
        </p:spPr>
      </p:pic>
      <p:sp>
        <p:nvSpPr>
          <p:cNvPr id="158" name="CustomShape 1"/>
          <p:cNvSpPr/>
          <p:nvPr/>
        </p:nvSpPr>
        <p:spPr>
          <a:xfrm>
            <a:off x="792000" y="728640"/>
            <a:ext cx="7919280" cy="135864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6600" spc="-1" strike="noStrike">
                <a:solidFill>
                  <a:srgbClr val="ffffff"/>
                </a:solidFill>
                <a:latin typeface="Arial"/>
                <a:ea typeface="DejaVu Sans"/>
              </a:rPr>
              <a:t>Unit testing in Java</a:t>
            </a:r>
            <a:endParaRPr b="0" lang="en-IN" sz="6600" spc="-1" strike="noStrike">
              <a:latin typeface="Arial"/>
            </a:endParaRPr>
          </a:p>
        </p:txBody>
      </p:sp>
      <p:sp>
        <p:nvSpPr>
          <p:cNvPr id="159" name="CustomShape 2"/>
          <p:cNvSpPr/>
          <p:nvPr/>
        </p:nvSpPr>
        <p:spPr>
          <a:xfrm>
            <a:off x="936000" y="3611520"/>
            <a:ext cx="2712240" cy="563760"/>
          </a:xfrm>
          <a:prstGeom prst="rect">
            <a:avLst/>
          </a:prstGeom>
          <a:solidFill>
            <a:srgbClr val="ffffff">
              <a:alpha val="50000"/>
            </a:srgbClr>
          </a:solidFill>
          <a:ln>
            <a:noFill/>
          </a:ln>
        </p:spPr>
        <p:style>
          <a:lnRef idx="0"/>
          <a:fillRef idx="0"/>
          <a:effectRef idx="0"/>
          <a:fontRef idx="minor"/>
        </p:style>
        <p:txBody>
          <a:bodyPr lIns="90000" rIns="90000" tIns="45000" bIns="45000">
            <a:noAutofit/>
          </a:bodyPr>
          <a:p>
            <a:pPr>
              <a:lnSpc>
                <a:spcPct val="100000"/>
              </a:lnSpc>
            </a:pPr>
            <a:r>
              <a:rPr b="1" lang="en-IN" sz="3200" spc="-1" strike="noStrike">
                <a:solidFill>
                  <a:srgbClr val="5983b0"/>
                </a:solidFill>
                <a:latin typeface="comic"/>
                <a:ea typeface="DejaVu Sans"/>
              </a:rPr>
              <a:t>Jupiter API</a:t>
            </a:r>
            <a:endParaRPr b="0" lang="en-IN" sz="3200" spc="-1" strike="noStrike">
              <a:latin typeface="Arial"/>
            </a:endParaRPr>
          </a:p>
        </p:txBody>
      </p:sp>
      <p:sp>
        <p:nvSpPr>
          <p:cNvPr id="160" name="CustomShape 3"/>
          <p:cNvSpPr/>
          <p:nvPr/>
        </p:nvSpPr>
        <p:spPr>
          <a:xfrm>
            <a:off x="4752000" y="2088000"/>
            <a:ext cx="10738800" cy="268956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4800" spc="-1" strike="noStrike">
                <a:solidFill>
                  <a:srgbClr val="ffffff"/>
                </a:solidFill>
                <a:latin typeface="Colonna MT"/>
                <a:ea typeface="DejaVu Sans"/>
              </a:rPr>
              <a:t>INTRODUCTION</a:t>
            </a:r>
            <a:endParaRPr b="0" lang="en-IN" sz="4800" spc="-1" strike="noStrike">
              <a:latin typeface="Arial"/>
            </a:endParaRPr>
          </a:p>
        </p:txBody>
      </p:sp>
      <p:pic>
        <p:nvPicPr>
          <p:cNvPr id="161" name="Picture 3_0" descr=""/>
          <p:cNvPicPr/>
          <p:nvPr/>
        </p:nvPicPr>
        <p:blipFill>
          <a:blip r:embed="rId2">
            <a:lum contrast="1000"/>
            <a:alphaModFix amt="50000"/>
          </a:blip>
          <a:stretch/>
        </p:blipFill>
        <p:spPr>
          <a:xfrm>
            <a:off x="6575760" y="3694680"/>
            <a:ext cx="4151520" cy="1560600"/>
          </a:xfrm>
          <a:prstGeom prst="rect">
            <a:avLst/>
          </a:prstGeom>
          <a:ln w="36000">
            <a:solidFill>
              <a:srgbClr val="000000"/>
            </a:solidFill>
            <a:round/>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CustomShape 1"/>
          <p:cNvSpPr/>
          <p:nvPr/>
        </p:nvSpPr>
        <p:spPr>
          <a:xfrm>
            <a:off x="1584000" y="2448000"/>
            <a:ext cx="9503280" cy="3652200"/>
          </a:xfrm>
          <a:prstGeom prst="rect">
            <a:avLst/>
          </a:prstGeom>
          <a:noFill/>
          <a:ln>
            <a:noFill/>
          </a:ln>
        </p:spPr>
        <p:style>
          <a:lnRef idx="0"/>
          <a:fillRef idx="0"/>
          <a:effectRef idx="0"/>
          <a:fontRef idx="minor"/>
        </p:style>
        <p:txBody>
          <a:bodyPr lIns="90000" rIns="90000" tIns="45000" bIns="45000">
            <a:noAutofit/>
          </a:bodyPr>
          <a:p>
            <a:pPr marL="216000" indent="-215280">
              <a:lnSpc>
                <a:spcPct val="100000"/>
              </a:lnSpc>
              <a:buClr>
                <a:srgbClr val="000000"/>
              </a:buClr>
              <a:buSzPct val="45000"/>
              <a:buFont typeface="Wingdings" charset="2"/>
              <a:buChar char=""/>
            </a:pPr>
            <a:r>
              <a:rPr b="1" lang="en-US" sz="2400" spc="-1" strike="noStrike">
                <a:solidFill>
                  <a:srgbClr val="262626"/>
                </a:solidFill>
                <a:latin typeface="Garamond"/>
                <a:ea typeface="DejaVu Sans"/>
              </a:rPr>
              <a:t>UNIT TESTING</a:t>
            </a:r>
            <a:r>
              <a:rPr b="0" lang="en-US" sz="2400" spc="-1" strike="noStrike">
                <a:solidFill>
                  <a:srgbClr val="262626"/>
                </a:solidFill>
                <a:latin typeface="Garamond"/>
                <a:ea typeface="DejaVu Sans"/>
              </a:rPr>
              <a:t> is a level of software </a:t>
            </a:r>
            <a:r>
              <a:rPr b="1" lang="en-US" sz="2400" spc="-1" strike="noStrike">
                <a:solidFill>
                  <a:srgbClr val="262626"/>
                </a:solidFill>
                <a:latin typeface="Garamond"/>
                <a:ea typeface="DejaVu Sans"/>
              </a:rPr>
              <a:t>testing</a:t>
            </a:r>
            <a:r>
              <a:rPr b="0" lang="en-US" sz="2400" spc="-1" strike="noStrike">
                <a:solidFill>
                  <a:srgbClr val="262626"/>
                </a:solidFill>
                <a:latin typeface="Garamond"/>
                <a:ea typeface="DejaVu Sans"/>
              </a:rPr>
              <a:t> where individual units/ components of a software are tested. </a:t>
            </a:r>
            <a:endParaRPr b="0" lang="en-IN" sz="2400" spc="-1" strike="noStrike">
              <a:latin typeface="Arial"/>
            </a:endParaRPr>
          </a:p>
          <a:p>
            <a:pPr>
              <a:lnSpc>
                <a:spcPct val="100000"/>
              </a:lnSpc>
            </a:pPr>
            <a:endParaRPr b="0" lang="en-IN" sz="2400" spc="-1" strike="noStrike">
              <a:latin typeface="Arial"/>
            </a:endParaRPr>
          </a:p>
          <a:p>
            <a:pPr marL="216000" indent="-215280">
              <a:lnSpc>
                <a:spcPct val="100000"/>
              </a:lnSpc>
              <a:buClr>
                <a:srgbClr val="000000"/>
              </a:buClr>
              <a:buSzPct val="45000"/>
              <a:buFont typeface="Wingdings" charset="2"/>
              <a:buChar char=""/>
            </a:pPr>
            <a:r>
              <a:rPr b="0" lang="en-US" sz="2400" spc="-1" strike="noStrike">
                <a:solidFill>
                  <a:srgbClr val="262626"/>
                </a:solidFill>
                <a:latin typeface="Garamond"/>
                <a:ea typeface="DejaVu Sans"/>
              </a:rPr>
              <a:t>The purpose is to validate that each </a:t>
            </a:r>
            <a:r>
              <a:rPr b="1" lang="en-US" sz="2400" spc="-1" strike="noStrike">
                <a:solidFill>
                  <a:srgbClr val="262626"/>
                </a:solidFill>
                <a:latin typeface="Garamond"/>
                <a:ea typeface="DejaVu Sans"/>
              </a:rPr>
              <a:t>unit</a:t>
            </a:r>
            <a:r>
              <a:rPr b="0" lang="en-US" sz="2400" spc="-1" strike="noStrike">
                <a:solidFill>
                  <a:srgbClr val="262626"/>
                </a:solidFill>
                <a:latin typeface="Garamond"/>
                <a:ea typeface="DejaVu Sans"/>
              </a:rPr>
              <a:t> of the software performs as designed. </a:t>
            </a:r>
            <a:endParaRPr b="0" lang="en-IN" sz="2400" spc="-1" strike="noStrike">
              <a:latin typeface="Arial"/>
            </a:endParaRPr>
          </a:p>
          <a:p>
            <a:pPr>
              <a:lnSpc>
                <a:spcPct val="100000"/>
              </a:lnSpc>
            </a:pPr>
            <a:endParaRPr b="0" lang="en-IN" sz="2400" spc="-1" strike="noStrike">
              <a:latin typeface="Arial"/>
            </a:endParaRPr>
          </a:p>
          <a:p>
            <a:pPr marL="216000" indent="-215280">
              <a:lnSpc>
                <a:spcPct val="100000"/>
              </a:lnSpc>
              <a:buClr>
                <a:srgbClr val="000000"/>
              </a:buClr>
              <a:buSzPct val="45000"/>
              <a:buFont typeface="Wingdings" charset="2"/>
              <a:buChar char=""/>
            </a:pPr>
            <a:r>
              <a:rPr b="0" lang="en-US" sz="2400" spc="-1" strike="noStrike">
                <a:solidFill>
                  <a:srgbClr val="262626"/>
                </a:solidFill>
                <a:latin typeface="Garamond"/>
                <a:ea typeface="DejaVu Sans"/>
              </a:rPr>
              <a:t>A </a:t>
            </a:r>
            <a:r>
              <a:rPr b="1" lang="en-US" sz="2400" spc="-1" strike="noStrike">
                <a:solidFill>
                  <a:srgbClr val="262626"/>
                </a:solidFill>
                <a:latin typeface="Garamond"/>
                <a:ea typeface="DejaVu Sans"/>
              </a:rPr>
              <a:t>unit</a:t>
            </a:r>
            <a:r>
              <a:rPr b="0" lang="en-US" sz="2400" spc="-1" strike="noStrike">
                <a:solidFill>
                  <a:srgbClr val="262626"/>
                </a:solidFill>
                <a:latin typeface="Garamond"/>
                <a:ea typeface="DejaVu Sans"/>
              </a:rPr>
              <a:t> is the smallest testable part of any software. It usually has one or a few inputs and usually a single output.</a:t>
            </a:r>
            <a:endParaRPr b="0" lang="en-IN" sz="2400" spc="-1" strike="noStrike">
              <a:latin typeface="Arial"/>
            </a:endParaRPr>
          </a:p>
          <a:p>
            <a:pPr marL="216000" indent="-215280">
              <a:lnSpc>
                <a:spcPct val="100000"/>
              </a:lnSpc>
              <a:buClr>
                <a:srgbClr val="000000"/>
              </a:buClr>
              <a:buSzPct val="45000"/>
              <a:buFont typeface="Wingdings" charset="2"/>
              <a:buChar char=""/>
            </a:pPr>
            <a:r>
              <a:rPr b="1" lang="en-IN" sz="2400" spc="-1" strike="noStrike" u="sng">
                <a:solidFill>
                  <a:srgbClr val="0000ff"/>
                </a:solidFill>
                <a:uFillTx/>
                <a:latin typeface="Garamond"/>
                <a:ea typeface="DejaVu Sans"/>
                <a:hlinkClick r:id="rId1"/>
              </a:rPr>
              <a:t>https://junit.org/junit5/</a:t>
            </a:r>
            <a:endParaRPr b="0" lang="en-IN" sz="2400" spc="-1" strike="noStrike">
              <a:latin typeface="Arial"/>
            </a:endParaRPr>
          </a:p>
        </p:txBody>
      </p:sp>
      <p:sp>
        <p:nvSpPr>
          <p:cNvPr id="163" name="CustomShape 2"/>
          <p:cNvSpPr/>
          <p:nvPr/>
        </p:nvSpPr>
        <p:spPr>
          <a:xfrm>
            <a:off x="2752920" y="648000"/>
            <a:ext cx="5310360" cy="186372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6000" spc="-1" strike="noStrike" u="sng">
                <a:solidFill>
                  <a:srgbClr val="262626"/>
                </a:solidFill>
                <a:uFillTx/>
                <a:latin typeface="comic"/>
                <a:ea typeface="DejaVu Sans"/>
              </a:rPr>
              <a:t>Unit testing</a:t>
            </a:r>
            <a:endParaRPr b="0" lang="en-IN" sz="6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CustomShape 1"/>
          <p:cNvSpPr/>
          <p:nvPr/>
        </p:nvSpPr>
        <p:spPr>
          <a:xfrm>
            <a:off x="3888000" y="552960"/>
            <a:ext cx="6551280" cy="204372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6600" spc="-1" strike="noStrike" u="sng">
                <a:solidFill>
                  <a:srgbClr val="262626"/>
                </a:solidFill>
                <a:uFillTx/>
                <a:latin typeface="comic"/>
                <a:ea typeface="DejaVu Sans"/>
              </a:rPr>
              <a:t>Mocking</a:t>
            </a:r>
            <a:endParaRPr b="0" lang="en-IN" sz="6600" spc="-1" strike="noStrike">
              <a:latin typeface="Arial"/>
            </a:endParaRPr>
          </a:p>
        </p:txBody>
      </p:sp>
      <p:sp>
        <p:nvSpPr>
          <p:cNvPr id="165" name="CustomShape 2"/>
          <p:cNvSpPr/>
          <p:nvPr/>
        </p:nvSpPr>
        <p:spPr>
          <a:xfrm>
            <a:off x="2376000" y="1904760"/>
            <a:ext cx="9684720" cy="3109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2400" spc="-1" strike="noStrike">
                <a:solidFill>
                  <a:srgbClr val="262626"/>
                </a:solidFill>
                <a:latin typeface="Garamond"/>
                <a:ea typeface="DejaVu Sans"/>
              </a:rPr>
              <a:t>Mocking is a process used in unit testing when the unit being tested has external dependencies.</a:t>
            </a:r>
            <a:endParaRPr b="0" lang="en-IN" sz="2400" spc="-1" strike="noStrike">
              <a:latin typeface="Arial"/>
            </a:endParaRPr>
          </a:p>
          <a:p>
            <a:pPr>
              <a:lnSpc>
                <a:spcPct val="100000"/>
              </a:lnSpc>
            </a:pPr>
            <a:r>
              <a:rPr b="0" lang="en-US" sz="2400" spc="-1" strike="noStrike">
                <a:solidFill>
                  <a:srgbClr val="262626"/>
                </a:solidFill>
                <a:latin typeface="Garamond"/>
                <a:ea typeface="DejaVu Sans"/>
              </a:rPr>
              <a:t>The purpose is to isolate and focus on the code being tested and not on the behavior or state of external dependencies.</a:t>
            </a:r>
            <a:endParaRPr b="0" lang="en-IN" sz="2400" spc="-1" strike="noStrike">
              <a:latin typeface="Arial"/>
            </a:endParaRPr>
          </a:p>
          <a:p>
            <a:pPr>
              <a:lnSpc>
                <a:spcPct val="100000"/>
              </a:lnSpc>
            </a:pPr>
            <a:r>
              <a:rPr b="0" lang="en-US" sz="2400" spc="-1" strike="noStrike">
                <a:solidFill>
                  <a:srgbClr val="262626"/>
                </a:solidFill>
                <a:latin typeface="Garamond"/>
                <a:ea typeface="DejaVu Sans"/>
              </a:rPr>
              <a:t>Replacements for external dependencies</a:t>
            </a:r>
            <a:endParaRPr b="0" lang="en-IN" sz="2400" spc="-1" strike="noStrike">
              <a:latin typeface="Arial"/>
            </a:endParaRPr>
          </a:p>
          <a:p>
            <a:pPr>
              <a:lnSpc>
                <a:spcPct val="100000"/>
              </a:lnSpc>
            </a:pPr>
            <a:r>
              <a:rPr b="0" lang="en-US" sz="2000" spc="-1" strike="noStrike">
                <a:solidFill>
                  <a:srgbClr val="262626"/>
                </a:solidFill>
                <a:latin typeface="Garamond"/>
                <a:ea typeface="DejaVu Sans"/>
              </a:rPr>
              <a:t>Fake</a:t>
            </a:r>
            <a:endParaRPr b="0" lang="en-IN" sz="2000" spc="-1" strike="noStrike">
              <a:latin typeface="Arial"/>
            </a:endParaRPr>
          </a:p>
          <a:p>
            <a:pPr>
              <a:lnSpc>
                <a:spcPct val="100000"/>
              </a:lnSpc>
            </a:pPr>
            <a:r>
              <a:rPr b="0" lang="en-US" sz="2000" spc="-1" strike="noStrike">
                <a:solidFill>
                  <a:srgbClr val="262626"/>
                </a:solidFill>
                <a:latin typeface="Garamond"/>
                <a:ea typeface="DejaVu Sans"/>
              </a:rPr>
              <a:t>Stubs</a:t>
            </a:r>
            <a:endParaRPr b="0" lang="en-IN" sz="2000" spc="-1" strike="noStrike">
              <a:latin typeface="Arial"/>
            </a:endParaRPr>
          </a:p>
          <a:p>
            <a:pPr>
              <a:lnSpc>
                <a:spcPct val="100000"/>
              </a:lnSpc>
            </a:pPr>
            <a:r>
              <a:rPr b="0" lang="en-US" sz="2000" spc="-1" strike="noStrike">
                <a:solidFill>
                  <a:srgbClr val="262626"/>
                </a:solidFill>
                <a:latin typeface="Garamond"/>
                <a:ea typeface="DejaVu Sans"/>
              </a:rPr>
              <a:t>Mocks</a:t>
            </a:r>
            <a:endParaRPr b="0" lang="en-IN" sz="2000" spc="-1" strike="noStrike">
              <a:latin typeface="Arial"/>
            </a:endParaRPr>
          </a:p>
          <a:p>
            <a:pPr>
              <a:lnSpc>
                <a:spcPct val="100000"/>
              </a:lnSpc>
            </a:pPr>
            <a:r>
              <a:rPr b="1" lang="en-IN" sz="2400" spc="-1" strike="noStrike" u="sng">
                <a:solidFill>
                  <a:srgbClr val="0000ff"/>
                </a:solidFill>
                <a:uFillTx/>
                <a:latin typeface="Garamond"/>
                <a:ea typeface="DejaVu Sans"/>
                <a:hlinkClick r:id="rId1"/>
              </a:rPr>
              <a:t>https://site.mockito.org/</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CustomShape 1"/>
          <p:cNvSpPr/>
          <p:nvPr/>
        </p:nvSpPr>
        <p:spPr>
          <a:xfrm>
            <a:off x="1154160" y="648000"/>
            <a:ext cx="6189120" cy="139428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4400" spc="-1" strike="noStrike" u="sng">
                <a:solidFill>
                  <a:srgbClr val="262626"/>
                </a:solidFill>
                <a:uFillTx/>
                <a:latin typeface="comic"/>
                <a:ea typeface="DejaVu Sans"/>
              </a:rPr>
              <a:t>Code coverage</a:t>
            </a:r>
            <a:endParaRPr b="0" lang="en-IN" sz="4400" spc="-1" strike="noStrike">
              <a:latin typeface="Arial"/>
            </a:endParaRPr>
          </a:p>
        </p:txBody>
      </p:sp>
      <p:sp>
        <p:nvSpPr>
          <p:cNvPr id="167" name="CustomShape 2"/>
          <p:cNvSpPr/>
          <p:nvPr/>
        </p:nvSpPr>
        <p:spPr>
          <a:xfrm>
            <a:off x="1080000" y="1512000"/>
            <a:ext cx="9975600" cy="116136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2400" spc="-1" strike="noStrike">
                <a:solidFill>
                  <a:srgbClr val="262626"/>
                </a:solidFill>
                <a:latin typeface="Garamond"/>
                <a:ea typeface="DejaVu Sans"/>
              </a:rPr>
              <a:t>Code coverage</a:t>
            </a:r>
            <a:r>
              <a:rPr b="0" lang="en-US" sz="2400" spc="-1" strike="noStrike">
                <a:solidFill>
                  <a:srgbClr val="262626"/>
                </a:solidFill>
                <a:latin typeface="Garamond"/>
                <a:ea typeface="DejaVu Sans"/>
              </a:rPr>
              <a:t> is a measure which describes the degree of which the source </a:t>
            </a:r>
            <a:r>
              <a:rPr b="1" lang="en-US" sz="2400" spc="-1" strike="noStrike">
                <a:solidFill>
                  <a:srgbClr val="262626"/>
                </a:solidFill>
                <a:latin typeface="Garamond"/>
                <a:ea typeface="DejaVu Sans"/>
              </a:rPr>
              <a:t>code</a:t>
            </a:r>
            <a:r>
              <a:rPr b="0" lang="en-US" sz="2400" spc="-1" strike="noStrike">
                <a:solidFill>
                  <a:srgbClr val="262626"/>
                </a:solidFill>
                <a:latin typeface="Garamond"/>
                <a:ea typeface="DejaVu Sans"/>
              </a:rPr>
              <a:t> of the program has been </a:t>
            </a:r>
            <a:r>
              <a:rPr b="1" lang="en-US" sz="2400" spc="-1" strike="noStrike">
                <a:solidFill>
                  <a:srgbClr val="262626"/>
                </a:solidFill>
                <a:latin typeface="Garamond"/>
                <a:ea typeface="DejaVu Sans"/>
              </a:rPr>
              <a:t>tested</a:t>
            </a:r>
            <a:r>
              <a:rPr b="0" lang="en-US" sz="2400" spc="-1" strike="noStrike">
                <a:solidFill>
                  <a:srgbClr val="262626"/>
                </a:solidFill>
                <a:latin typeface="Garamond"/>
                <a:ea typeface="DejaVu Sans"/>
              </a:rPr>
              <a:t>.</a:t>
            </a:r>
            <a:endParaRPr b="0" lang="en-IN" sz="2400" spc="-1" strike="noStrike">
              <a:latin typeface="Arial"/>
            </a:endParaRPr>
          </a:p>
          <a:p>
            <a:pPr>
              <a:lnSpc>
                <a:spcPct val="100000"/>
              </a:lnSpc>
            </a:pPr>
            <a:r>
              <a:rPr b="0" lang="en-IN" sz="2400" spc="-1" strike="noStrike" u="sng">
                <a:solidFill>
                  <a:srgbClr val="0000ff"/>
                </a:solidFill>
                <a:uFillTx/>
                <a:latin typeface="Garamond"/>
                <a:ea typeface="DejaVu Sans"/>
                <a:hlinkClick r:id="rId1"/>
              </a:rPr>
              <a:t>https://www.eclemma.org/jacoco/</a:t>
            </a:r>
            <a:endParaRPr b="0" lang="en-IN" sz="2400" spc="-1" strike="noStrike">
              <a:latin typeface="Arial"/>
            </a:endParaRPr>
          </a:p>
        </p:txBody>
      </p:sp>
      <p:sp>
        <p:nvSpPr>
          <p:cNvPr id="168" name="CustomShape 3"/>
          <p:cNvSpPr/>
          <p:nvPr/>
        </p:nvSpPr>
        <p:spPr>
          <a:xfrm>
            <a:off x="1224000" y="2880000"/>
            <a:ext cx="4535280" cy="139428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4400" spc="-1" strike="noStrike" u="sng">
                <a:solidFill>
                  <a:srgbClr val="262626"/>
                </a:solidFill>
                <a:uFillTx/>
                <a:latin typeface="comic"/>
                <a:ea typeface="DejaVu Sans"/>
              </a:rPr>
              <a:t>sonarqube</a:t>
            </a:r>
            <a:endParaRPr b="0" lang="en-IN" sz="4400" spc="-1" strike="noStrike">
              <a:latin typeface="Arial"/>
            </a:endParaRPr>
          </a:p>
        </p:txBody>
      </p:sp>
      <p:sp>
        <p:nvSpPr>
          <p:cNvPr id="169" name="CustomShape 4"/>
          <p:cNvSpPr/>
          <p:nvPr/>
        </p:nvSpPr>
        <p:spPr>
          <a:xfrm>
            <a:off x="1440000" y="3760560"/>
            <a:ext cx="5183280" cy="3284280"/>
          </a:xfrm>
          <a:prstGeom prst="rect">
            <a:avLst/>
          </a:prstGeom>
          <a:noFill/>
          <a:ln>
            <a:noFill/>
          </a:ln>
        </p:spPr>
        <p:style>
          <a:lnRef idx="0"/>
          <a:fillRef idx="0"/>
          <a:effectRef idx="0"/>
          <a:fontRef idx="minor"/>
        </p:style>
        <p:txBody>
          <a:bodyPr lIns="90000" rIns="90000" tIns="45000" bIns="45000">
            <a:noAutofit/>
          </a:bodyPr>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Code quality</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Duplicate code</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Coding standard</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Code coverage report</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Security vulnerability</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Etc..</a:t>
            </a:r>
            <a:endParaRPr b="0" lang="en-IN" sz="2400" spc="-1" strike="noStrike">
              <a:latin typeface="Arial"/>
            </a:endParaRPr>
          </a:p>
          <a:p>
            <a:pPr>
              <a:lnSpc>
                <a:spcPct val="100000"/>
              </a:lnSpc>
            </a:pP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CustomShape 1"/>
          <p:cNvSpPr/>
          <p:nvPr/>
        </p:nvSpPr>
        <p:spPr>
          <a:xfrm>
            <a:off x="1321200" y="576000"/>
            <a:ext cx="6166080" cy="74232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4400" spc="-1" strike="noStrike" u="sng">
                <a:solidFill>
                  <a:srgbClr val="262626"/>
                </a:solidFill>
                <a:uFillTx/>
                <a:latin typeface="comic"/>
                <a:ea typeface="DejaVu Sans"/>
              </a:rPr>
              <a:t>Mutation testing</a:t>
            </a:r>
            <a:endParaRPr b="0" lang="en-IN" sz="4400" spc="-1" strike="noStrike">
              <a:latin typeface="Arial"/>
            </a:endParaRPr>
          </a:p>
        </p:txBody>
      </p:sp>
      <p:sp>
        <p:nvSpPr>
          <p:cNvPr id="171" name="CustomShape 2"/>
          <p:cNvSpPr/>
          <p:nvPr/>
        </p:nvSpPr>
        <p:spPr>
          <a:xfrm>
            <a:off x="936000" y="1872000"/>
            <a:ext cx="8504640" cy="2590560"/>
          </a:xfrm>
          <a:prstGeom prst="rect">
            <a:avLst/>
          </a:prstGeom>
          <a:noFill/>
          <a:ln>
            <a:noFill/>
          </a:ln>
        </p:spPr>
        <p:style>
          <a:lnRef idx="0"/>
          <a:fillRef idx="0"/>
          <a:effectRef idx="0"/>
          <a:fontRef idx="minor"/>
        </p:style>
        <p:txBody>
          <a:bodyPr lIns="90000" rIns="90000" tIns="45000" bIns="45000">
            <a:noAutofit/>
          </a:bodyPr>
          <a:p>
            <a:pPr marL="216000" indent="-215280">
              <a:lnSpc>
                <a:spcPct val="100000"/>
              </a:lnSpc>
              <a:buClr>
                <a:srgbClr val="000000"/>
              </a:buClr>
              <a:buSzPct val="45000"/>
              <a:buFont typeface="Wingdings" charset="2"/>
              <a:buChar char=""/>
            </a:pPr>
            <a:r>
              <a:rPr b="1" lang="en-US" sz="2400" spc="-1" strike="noStrike">
                <a:solidFill>
                  <a:srgbClr val="262626"/>
                </a:solidFill>
                <a:latin typeface="Garamond"/>
                <a:ea typeface="DejaVu Sans"/>
              </a:rPr>
              <a:t>Mutation Testing</a:t>
            </a:r>
            <a:r>
              <a:rPr b="0" lang="en-US" sz="2400" spc="-1" strike="noStrike">
                <a:solidFill>
                  <a:srgbClr val="262626"/>
                </a:solidFill>
                <a:latin typeface="Garamond"/>
                <a:ea typeface="DejaVu Sans"/>
              </a:rPr>
              <a:t> is a type of software </a:t>
            </a:r>
            <a:r>
              <a:rPr b="1" lang="en-US" sz="2400" spc="-1" strike="noStrike">
                <a:solidFill>
                  <a:srgbClr val="262626"/>
                </a:solidFill>
                <a:latin typeface="Garamond"/>
                <a:ea typeface="DejaVu Sans"/>
              </a:rPr>
              <a:t>testing</a:t>
            </a:r>
            <a:r>
              <a:rPr b="0" lang="en-US" sz="2400" spc="-1" strike="noStrike">
                <a:solidFill>
                  <a:srgbClr val="262626"/>
                </a:solidFill>
                <a:latin typeface="Garamond"/>
                <a:ea typeface="DejaVu Sans"/>
              </a:rPr>
              <a:t> where we mutate (change) certain statements in the source code and check if the </a:t>
            </a:r>
            <a:r>
              <a:rPr b="1" lang="en-US" sz="2400" spc="-1" strike="noStrike">
                <a:solidFill>
                  <a:srgbClr val="262626"/>
                </a:solidFill>
                <a:latin typeface="Garamond"/>
                <a:ea typeface="DejaVu Sans"/>
              </a:rPr>
              <a:t>test</a:t>
            </a:r>
            <a:r>
              <a:rPr b="0" lang="en-US" sz="2400" spc="-1" strike="noStrike">
                <a:solidFill>
                  <a:srgbClr val="262626"/>
                </a:solidFill>
                <a:latin typeface="Garamond"/>
                <a:ea typeface="DejaVu Sans"/>
              </a:rPr>
              <a:t> cases are able to find the errors. It is a type of White Box </a:t>
            </a:r>
            <a:r>
              <a:rPr b="1" lang="en-US" sz="2400" spc="-1" strike="noStrike">
                <a:solidFill>
                  <a:srgbClr val="262626"/>
                </a:solidFill>
                <a:latin typeface="Garamond"/>
                <a:ea typeface="DejaVu Sans"/>
              </a:rPr>
              <a:t>Testing</a:t>
            </a:r>
            <a:r>
              <a:rPr b="0" lang="en-US" sz="2400" spc="-1" strike="noStrike">
                <a:solidFill>
                  <a:srgbClr val="262626"/>
                </a:solidFill>
                <a:latin typeface="Garamond"/>
                <a:ea typeface="DejaVu Sans"/>
              </a:rPr>
              <a:t> which is mainly used for Unit </a:t>
            </a:r>
            <a:r>
              <a:rPr b="1" lang="en-US" sz="2400" spc="-1" strike="noStrike">
                <a:solidFill>
                  <a:srgbClr val="262626"/>
                </a:solidFill>
                <a:latin typeface="Garamond"/>
                <a:ea typeface="DejaVu Sans"/>
              </a:rPr>
              <a:t>Testing</a:t>
            </a:r>
            <a:r>
              <a:rPr b="0" lang="en-US" sz="2400" spc="-1" strike="noStrike">
                <a:solidFill>
                  <a:srgbClr val="262626"/>
                </a:solidFill>
                <a:latin typeface="Garamond"/>
                <a:ea typeface="DejaVu Sans"/>
              </a:rPr>
              <a:t>.</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u="sng">
                <a:solidFill>
                  <a:srgbClr val="0000ff"/>
                </a:solidFill>
                <a:uFillTx/>
                <a:latin typeface="Garamond"/>
                <a:ea typeface="DejaVu Sans"/>
                <a:hlinkClick r:id="rId1"/>
              </a:rPr>
              <a:t>https://pitest.org/</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CustomShape 1"/>
          <p:cNvSpPr/>
          <p:nvPr/>
        </p:nvSpPr>
        <p:spPr>
          <a:xfrm>
            <a:off x="936000" y="504000"/>
            <a:ext cx="8775720" cy="74232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4400" spc="-1" strike="noStrike" u="sng">
                <a:solidFill>
                  <a:srgbClr val="262626"/>
                </a:solidFill>
                <a:uFillTx/>
                <a:latin typeface="comic"/>
                <a:ea typeface="DejaVu Sans"/>
              </a:rPr>
              <a:t>Integration testing</a:t>
            </a:r>
            <a:endParaRPr b="0" lang="en-IN" sz="4400" spc="-1" strike="noStrike">
              <a:latin typeface="Arial"/>
            </a:endParaRPr>
          </a:p>
        </p:txBody>
      </p:sp>
      <p:sp>
        <p:nvSpPr>
          <p:cNvPr id="173" name="CustomShape 2"/>
          <p:cNvSpPr/>
          <p:nvPr/>
        </p:nvSpPr>
        <p:spPr>
          <a:xfrm>
            <a:off x="641520" y="2079360"/>
            <a:ext cx="10805760" cy="799920"/>
          </a:xfrm>
          <a:prstGeom prst="rect">
            <a:avLst/>
          </a:prstGeom>
          <a:noFill/>
          <a:ln>
            <a:noFill/>
          </a:ln>
        </p:spPr>
        <p:style>
          <a:lnRef idx="0"/>
          <a:fillRef idx="0"/>
          <a:effectRef idx="0"/>
          <a:fontRef idx="minor"/>
        </p:style>
        <p:txBody>
          <a:bodyPr lIns="90000" rIns="90000" tIns="45000" bIns="45000">
            <a:noAutofit/>
          </a:bodyPr>
          <a:p>
            <a:pPr marL="216000" indent="-215280">
              <a:lnSpc>
                <a:spcPct val="100000"/>
              </a:lnSpc>
              <a:buClr>
                <a:srgbClr val="000000"/>
              </a:buClr>
              <a:buSzPct val="45000"/>
              <a:buFont typeface="Wingdings" charset="2"/>
              <a:buChar char=""/>
            </a:pPr>
            <a:r>
              <a:rPr b="0" lang="en-IN" sz="2400" spc="-1" strike="noStrike">
                <a:solidFill>
                  <a:srgbClr val="262626"/>
                </a:solidFill>
                <a:latin typeface="Garamond"/>
                <a:ea typeface="DejaVu Sans"/>
              </a:rPr>
              <a:t>Spring boot testing</a:t>
            </a:r>
            <a:endParaRPr b="0" lang="en-IN" sz="2400" spc="-1" strike="noStrike">
              <a:latin typeface="Arial"/>
            </a:endParaRPr>
          </a:p>
          <a:p>
            <a:pPr marL="216000" indent="-215280">
              <a:lnSpc>
                <a:spcPct val="100000"/>
              </a:lnSpc>
              <a:buClr>
                <a:srgbClr val="000000"/>
              </a:buClr>
              <a:buSzPct val="45000"/>
              <a:buFont typeface="Wingdings" charset="2"/>
              <a:buChar char=""/>
            </a:pPr>
            <a:r>
              <a:rPr b="0" lang="en-IN" sz="2400" spc="-1" strike="noStrike" u="sng">
                <a:solidFill>
                  <a:srgbClr val="0000ff"/>
                </a:solidFill>
                <a:uFillTx/>
                <a:latin typeface="Garamond"/>
                <a:ea typeface="DejaVu Sans"/>
                <a:hlinkClick r:id="rId1"/>
              </a:rPr>
              <a:t>https://docs.spring.io/spring-framework/docs/5.0.0.BUILD-SNAPSHOT/spring-framework-reference/html/integration-testing.html</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CustomShape 1"/>
          <p:cNvSpPr/>
          <p:nvPr/>
        </p:nvSpPr>
        <p:spPr>
          <a:xfrm>
            <a:off x="1295280" y="982080"/>
            <a:ext cx="9600120" cy="1302840"/>
          </a:xfrm>
          <a:prstGeom prst="rect">
            <a:avLst/>
          </a:prstGeom>
          <a:solidFill>
            <a:srgbClr val="d3d3d3"/>
          </a:solidFill>
          <a:ln>
            <a:noFill/>
          </a:ln>
        </p:spPr>
        <p:style>
          <a:lnRef idx="0"/>
          <a:fillRef idx="0"/>
          <a:effectRef idx="0"/>
          <a:fontRef idx="minor"/>
        </p:style>
        <p:txBody>
          <a:bodyPr lIns="90000" rIns="90000" tIns="45000" bIns="45000" anchor="ctr">
            <a:noAutofit/>
          </a:bodyPr>
          <a:p>
            <a:pPr algn="ctr">
              <a:lnSpc>
                <a:spcPct val="100000"/>
              </a:lnSpc>
            </a:pPr>
            <a:r>
              <a:rPr b="0" lang="en-IN" sz="4400" spc="-1" strike="noStrike">
                <a:solidFill>
                  <a:srgbClr val="262626"/>
                </a:solidFill>
                <a:latin typeface="comic"/>
                <a:ea typeface="DejaVu Sans"/>
              </a:rPr>
              <a:t>Tools</a:t>
            </a:r>
            <a:endParaRPr b="0" lang="en-IN" sz="4400" spc="-1" strike="noStrike">
              <a:latin typeface="Arial"/>
            </a:endParaRPr>
          </a:p>
        </p:txBody>
      </p:sp>
      <p:grpSp>
        <p:nvGrpSpPr>
          <p:cNvPr id="175" name="Group 2"/>
          <p:cNvGrpSpPr/>
          <p:nvPr/>
        </p:nvGrpSpPr>
        <p:grpSpPr>
          <a:xfrm>
            <a:off x="1295280" y="2557440"/>
            <a:ext cx="9792000" cy="3345840"/>
            <a:chOff x="1295280" y="2557440"/>
            <a:chExt cx="9792000" cy="3345840"/>
          </a:xfrm>
        </p:grpSpPr>
        <p:sp>
          <p:nvSpPr>
            <p:cNvPr id="176" name="CustomShape 3"/>
            <p:cNvSpPr/>
            <p:nvPr/>
          </p:nvSpPr>
          <p:spPr>
            <a:xfrm>
              <a:off x="1295280" y="2557440"/>
              <a:ext cx="9600120" cy="3273840"/>
            </a:xfrm>
            <a:prstGeom prst="rect">
              <a:avLst/>
            </a:prstGeom>
            <a:solidFill>
              <a:srgbClr val="eaf1ce"/>
            </a:solidFill>
            <a:ln>
              <a:noFill/>
            </a:ln>
          </p:spPr>
          <p:style>
            <a:lnRef idx="0"/>
            <a:fillRef idx="0"/>
            <a:effectRef idx="0"/>
            <a:fontRef idx="minor"/>
          </p:style>
        </p:sp>
        <p:sp>
          <p:nvSpPr>
            <p:cNvPr id="177" name="CustomShape 4"/>
            <p:cNvSpPr/>
            <p:nvPr/>
          </p:nvSpPr>
          <p:spPr>
            <a:xfrm>
              <a:off x="2015640" y="2557440"/>
              <a:ext cx="9071640" cy="3345840"/>
            </a:xfrm>
            <a:prstGeom prst="rightArrow">
              <a:avLst>
                <a:gd name="adj1" fmla="val 50000"/>
                <a:gd name="adj2" fmla="val 50000"/>
              </a:avLst>
            </a:prstGeom>
            <a:solidFill>
              <a:srgbClr val="ceddd4"/>
            </a:solidFill>
            <a:ln>
              <a:noFill/>
            </a:ln>
          </p:spPr>
          <p:style>
            <a:lnRef idx="0"/>
            <a:fillRef idx="0"/>
            <a:effectRef idx="0"/>
            <a:fontRef idx="minor"/>
          </p:style>
        </p:sp>
        <p:sp>
          <p:nvSpPr>
            <p:cNvPr id="178" name="CustomShape 5"/>
            <p:cNvSpPr/>
            <p:nvPr/>
          </p:nvSpPr>
          <p:spPr>
            <a:xfrm>
              <a:off x="1296360" y="3539880"/>
              <a:ext cx="1314000" cy="1309320"/>
            </a:xfrm>
            <a:prstGeom prst="roundRect">
              <a:avLst>
                <a:gd name="adj" fmla="val 16667"/>
              </a:avLst>
            </a:prstGeom>
            <a:solidFill>
              <a:srgbClr val="3c9770"/>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500" spc="-1" strike="noStrike">
                  <a:solidFill>
                    <a:srgbClr val="ffffff"/>
                  </a:solidFill>
                  <a:latin typeface="Garamond"/>
                  <a:ea typeface="DejaVu Sans"/>
                </a:rPr>
                <a:t>Unit testing – Junit 5</a:t>
              </a:r>
              <a:endParaRPr b="0" lang="en-IN" sz="1500" spc="-1" strike="noStrike">
                <a:latin typeface="Arial"/>
              </a:endParaRPr>
            </a:p>
          </p:txBody>
        </p:sp>
        <p:sp>
          <p:nvSpPr>
            <p:cNvPr id="179" name="CustomShape 6"/>
            <p:cNvSpPr/>
            <p:nvPr/>
          </p:nvSpPr>
          <p:spPr>
            <a:xfrm>
              <a:off x="2676960" y="3539880"/>
              <a:ext cx="1314000" cy="1309320"/>
            </a:xfrm>
            <a:prstGeom prst="roundRect">
              <a:avLst>
                <a:gd name="adj" fmla="val 16667"/>
              </a:avLst>
            </a:prstGeom>
            <a:solidFill>
              <a:srgbClr val="44709d"/>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500" spc="-1" strike="noStrike">
                  <a:solidFill>
                    <a:srgbClr val="ffffff"/>
                  </a:solidFill>
                  <a:latin typeface="Garamond"/>
                  <a:ea typeface="DejaVu Sans"/>
                </a:rPr>
                <a:t>Mocking – Mockito</a:t>
              </a:r>
              <a:endParaRPr b="0" lang="en-IN" sz="1500" spc="-1" strike="noStrike">
                <a:latin typeface="Arial"/>
              </a:endParaRPr>
            </a:p>
          </p:txBody>
        </p:sp>
        <p:sp>
          <p:nvSpPr>
            <p:cNvPr id="180" name="CustomShape 7"/>
            <p:cNvSpPr/>
            <p:nvPr/>
          </p:nvSpPr>
          <p:spPr>
            <a:xfrm>
              <a:off x="4057560" y="3539880"/>
              <a:ext cx="1314000" cy="1309320"/>
            </a:xfrm>
            <a:prstGeom prst="roundRect">
              <a:avLst>
                <a:gd name="adj" fmla="val 16667"/>
              </a:avLst>
            </a:prstGeom>
            <a:solidFill>
              <a:srgbClr val="a23c33"/>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500" spc="-1" strike="noStrike">
                  <a:solidFill>
                    <a:srgbClr val="ffffff"/>
                  </a:solidFill>
                  <a:latin typeface="Garamond"/>
                  <a:ea typeface="DejaVu Sans"/>
                </a:rPr>
                <a:t>Code coverage – Jacoco</a:t>
              </a:r>
              <a:endParaRPr b="0" lang="en-IN" sz="1500" spc="-1" strike="noStrike">
                <a:latin typeface="Arial"/>
              </a:endParaRPr>
            </a:p>
          </p:txBody>
        </p:sp>
        <p:sp>
          <p:nvSpPr>
            <p:cNvPr id="181" name="CustomShape 8"/>
            <p:cNvSpPr/>
            <p:nvPr/>
          </p:nvSpPr>
          <p:spPr>
            <a:xfrm>
              <a:off x="5438520" y="3539880"/>
              <a:ext cx="1314000" cy="1309320"/>
            </a:xfrm>
            <a:prstGeom prst="roundRect">
              <a:avLst>
                <a:gd name="adj" fmla="val 16667"/>
              </a:avLst>
            </a:prstGeom>
            <a:solidFill>
              <a:srgbClr val="d97828"/>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500" spc="-1" strike="noStrike">
                  <a:solidFill>
                    <a:srgbClr val="ffffff"/>
                  </a:solidFill>
                  <a:latin typeface="Garamond"/>
                  <a:ea typeface="DejaVu Sans"/>
                </a:rPr>
                <a:t>Code coverage reporter – SonarQube</a:t>
              </a:r>
              <a:endParaRPr b="0" lang="en-IN" sz="1500" spc="-1" strike="noStrike">
                <a:latin typeface="Arial"/>
              </a:endParaRPr>
            </a:p>
          </p:txBody>
        </p:sp>
        <p:sp>
          <p:nvSpPr>
            <p:cNvPr id="182" name="CustomShape 9"/>
            <p:cNvSpPr/>
            <p:nvPr/>
          </p:nvSpPr>
          <p:spPr>
            <a:xfrm>
              <a:off x="6819120" y="3539880"/>
              <a:ext cx="1314000" cy="1309320"/>
            </a:xfrm>
            <a:prstGeom prst="roundRect">
              <a:avLst>
                <a:gd name="adj" fmla="val 16667"/>
              </a:avLst>
            </a:prstGeom>
            <a:solidFill>
              <a:srgbClr val="deb340"/>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500" spc="-1" strike="noStrike">
                  <a:solidFill>
                    <a:srgbClr val="ffffff"/>
                  </a:solidFill>
                  <a:latin typeface="Garamond"/>
                  <a:ea typeface="DejaVu Sans"/>
                </a:rPr>
                <a:t>Static code analysis – SonarQube</a:t>
              </a:r>
              <a:endParaRPr b="0" lang="en-IN" sz="1500" spc="-1" strike="noStrike">
                <a:latin typeface="Arial"/>
              </a:endParaRPr>
            </a:p>
          </p:txBody>
        </p:sp>
        <p:sp>
          <p:nvSpPr>
            <p:cNvPr id="183" name="CustomShape 10"/>
            <p:cNvSpPr/>
            <p:nvPr/>
          </p:nvSpPr>
          <p:spPr>
            <a:xfrm>
              <a:off x="8200080" y="3539880"/>
              <a:ext cx="1314000" cy="1309320"/>
            </a:xfrm>
            <a:prstGeom prst="roundRect">
              <a:avLst>
                <a:gd name="adj" fmla="val 16667"/>
              </a:avLst>
            </a:prstGeom>
            <a:solidFill>
              <a:srgbClr val="3c9770"/>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300" spc="-1" strike="noStrike">
                  <a:solidFill>
                    <a:srgbClr val="ffffff"/>
                  </a:solidFill>
                  <a:latin typeface="Garamond"/>
                  <a:ea typeface="DejaVu Sans"/>
                </a:rPr>
                <a:t>Integration testing – Spring boot testing library, cloud contract</a:t>
              </a:r>
              <a:endParaRPr b="0" lang="en-IN" sz="1300" spc="-1" strike="noStrike">
                <a:latin typeface="Arial"/>
              </a:endParaRPr>
            </a:p>
          </p:txBody>
        </p:sp>
        <p:sp>
          <p:nvSpPr>
            <p:cNvPr id="184" name="CustomShape 11"/>
            <p:cNvSpPr/>
            <p:nvPr/>
          </p:nvSpPr>
          <p:spPr>
            <a:xfrm>
              <a:off x="9580680" y="3539880"/>
              <a:ext cx="1314000" cy="1309320"/>
            </a:xfrm>
            <a:prstGeom prst="roundRect">
              <a:avLst>
                <a:gd name="adj" fmla="val 16667"/>
              </a:avLst>
            </a:prstGeom>
            <a:solidFill>
              <a:srgbClr val="44709d"/>
            </a:solidFill>
            <a:ln w="15840">
              <a:solidFill>
                <a:srgbClr val="ffffff"/>
              </a:solidFill>
              <a:round/>
            </a:ln>
          </p:spPr>
          <p:style>
            <a:lnRef idx="0"/>
            <a:fillRef idx="0"/>
            <a:effectRef idx="0"/>
            <a:fontRef idx="minor"/>
          </p:style>
          <p:txBody>
            <a:bodyPr lIns="121320" rIns="57240" tIns="121320" bIns="121680" anchor="ctr">
              <a:noAutofit/>
            </a:bodyPr>
            <a:p>
              <a:pPr algn="ctr">
                <a:lnSpc>
                  <a:spcPct val="90000"/>
                </a:lnSpc>
                <a:spcAft>
                  <a:spcPts val="524"/>
                </a:spcAft>
                <a:tabLst>
                  <a:tab algn="l" pos="0"/>
                </a:tabLst>
              </a:pPr>
              <a:r>
                <a:rPr b="0" lang="en-IN" sz="1500" spc="-1" strike="noStrike">
                  <a:solidFill>
                    <a:srgbClr val="ffffff"/>
                  </a:solidFill>
                  <a:latin typeface="Garamond"/>
                  <a:ea typeface="DejaVu Sans"/>
                </a:rPr>
                <a:t>Mutation testing- Pi</a:t>
              </a:r>
              <a:endParaRPr b="0" lang="en-IN" sz="1500" spc="-1" strike="noStrike">
                <a:latin typeface="Aria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a:solidFill>
                  <a:srgbClr val="000000"/>
                </a:solidFill>
                <a:latin typeface="comic"/>
                <a:ea typeface="DejaVu Sans"/>
              </a:rPr>
              <a:t>Junit4.</a:t>
            </a:r>
            <a:r>
              <a:rPr b="1" lang="en-IN" sz="2000" spc="-1" strike="noStrike">
                <a:solidFill>
                  <a:srgbClr val="000000"/>
                </a:solidFill>
                <a:latin typeface="comic"/>
                <a:ea typeface="DejaVu Sans"/>
              </a:rPr>
              <a:t>x</a:t>
            </a:r>
            <a:r>
              <a:rPr b="1" lang="en-IN" sz="4400" spc="-1" strike="noStrike">
                <a:solidFill>
                  <a:srgbClr val="000000"/>
                </a:solidFill>
                <a:latin typeface="comic"/>
                <a:ea typeface="DejaVu Sans"/>
              </a:rPr>
              <a:t> </a:t>
            </a:r>
            <a:r>
              <a:rPr b="1" lang="en-IN" sz="2800" spc="-1" strike="noStrike">
                <a:solidFill>
                  <a:srgbClr val="000000"/>
                </a:solidFill>
                <a:latin typeface="comic"/>
                <a:ea typeface="DejaVu Sans"/>
              </a:rPr>
              <a:t>vs</a:t>
            </a:r>
            <a:r>
              <a:rPr b="1" lang="en-IN" sz="4400" spc="-1" strike="noStrike">
                <a:solidFill>
                  <a:srgbClr val="000000"/>
                </a:solidFill>
                <a:latin typeface="comic"/>
                <a:ea typeface="DejaVu Sans"/>
              </a:rPr>
              <a:t> junit5.</a:t>
            </a:r>
            <a:r>
              <a:rPr b="1" lang="en-IN" sz="2000" spc="-1" strike="noStrike">
                <a:solidFill>
                  <a:srgbClr val="000000"/>
                </a:solidFill>
                <a:latin typeface="comic"/>
                <a:ea typeface="DejaVu Sans"/>
              </a:rPr>
              <a:t>x</a:t>
            </a:r>
            <a:endParaRPr b="0" lang="en-IN" sz="2000" spc="-1" strike="noStrike">
              <a:latin typeface="Arial"/>
            </a:endParaRPr>
          </a:p>
        </p:txBody>
      </p:sp>
      <p:sp>
        <p:nvSpPr>
          <p:cNvPr id="186" name="CustomShape 2"/>
          <p:cNvSpPr/>
          <p:nvPr/>
        </p:nvSpPr>
        <p:spPr>
          <a:xfrm>
            <a:off x="838080" y="1825560"/>
            <a:ext cx="10514160" cy="4349880"/>
          </a:xfrm>
          <a:prstGeom prst="rect">
            <a:avLst/>
          </a:prstGeom>
          <a:noFill/>
          <a:ln>
            <a:noFill/>
          </a:ln>
        </p:spPr>
        <p:style>
          <a:lnRef idx="0"/>
          <a:fillRef idx="0"/>
          <a:effectRef idx="0"/>
          <a:fontRef idx="minor"/>
        </p:style>
        <p:txBody>
          <a:bodyPr lIns="90000" rIns="90000" tIns="45000" bIns="45000">
            <a:noAutofit/>
          </a:bodyPr>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Architecture level difference</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Annotation name difference</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What’s new</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IN" sz="2400" spc="-1" strike="noStrike">
                <a:solidFill>
                  <a:srgbClr val="000000"/>
                </a:solidFill>
                <a:latin typeface="Calibri"/>
                <a:ea typeface="DejaVu Sans"/>
              </a:rPr>
              <a:t>Java 8 lambda</a:t>
            </a:r>
            <a:endParaRPr b="0" lang="en-IN" sz="2400" spc="-1" strike="noStrike">
              <a:latin typeface="Arial"/>
            </a:endParaRPr>
          </a:p>
          <a:p>
            <a:pPr lvl="1" marL="685800" indent="-227160">
              <a:lnSpc>
                <a:spcPct val="90000"/>
              </a:lnSpc>
              <a:spcBef>
                <a:spcPts val="499"/>
              </a:spcBef>
              <a:buClr>
                <a:srgbClr val="000000"/>
              </a:buClr>
              <a:buFont typeface="Arial"/>
              <a:buChar char="•"/>
            </a:pPr>
            <a:r>
              <a:rPr b="0" lang="en-IN" sz="2400" spc="-1" strike="noStrike">
                <a:solidFill>
                  <a:srgbClr val="000000"/>
                </a:solidFill>
                <a:latin typeface="Calibri"/>
                <a:ea typeface="DejaVu Sans"/>
              </a:rPr>
              <a:t>Different style of testing</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rmAutofit fontScale="69000"/>
          </a:bodyPr>
          <a:p>
            <a:pPr algn="ctr">
              <a:lnSpc>
                <a:spcPct val="90000"/>
              </a:lnSpc>
            </a:pPr>
            <a:br/>
            <a:r>
              <a:rPr b="1" lang="en-IN" sz="4400" spc="-1" strike="noStrike">
                <a:solidFill>
                  <a:srgbClr val="000000"/>
                </a:solidFill>
                <a:latin typeface="comic"/>
                <a:ea typeface="DejaVu Sans"/>
              </a:rPr>
              <a:t>Junit4.</a:t>
            </a:r>
            <a:r>
              <a:rPr b="1" lang="en-IN" sz="2000" spc="-1" strike="noStrike">
                <a:solidFill>
                  <a:srgbClr val="000000"/>
                </a:solidFill>
                <a:latin typeface="comic"/>
                <a:ea typeface="DejaVu Sans"/>
              </a:rPr>
              <a:t>x</a:t>
            </a:r>
            <a:r>
              <a:rPr b="1" lang="en-IN" sz="4400" spc="-1" strike="noStrike">
                <a:solidFill>
                  <a:srgbClr val="000000"/>
                </a:solidFill>
                <a:latin typeface="comic"/>
                <a:ea typeface="DejaVu Sans"/>
              </a:rPr>
              <a:t> </a:t>
            </a:r>
            <a:r>
              <a:rPr b="1" lang="en-IN" sz="2800" spc="-1" strike="noStrike">
                <a:solidFill>
                  <a:srgbClr val="000000"/>
                </a:solidFill>
                <a:latin typeface="comic"/>
                <a:ea typeface="DejaVu Sans"/>
              </a:rPr>
              <a:t>vs</a:t>
            </a:r>
            <a:r>
              <a:rPr b="1" lang="en-IN" sz="4400" spc="-1" strike="noStrike">
                <a:solidFill>
                  <a:srgbClr val="000000"/>
                </a:solidFill>
                <a:latin typeface="comic"/>
                <a:ea typeface="DejaVu Sans"/>
              </a:rPr>
              <a:t> junit5.</a:t>
            </a:r>
            <a:r>
              <a:rPr b="1" lang="en-IN" sz="1400" spc="-1" strike="noStrike">
                <a:solidFill>
                  <a:srgbClr val="000000"/>
                </a:solidFill>
                <a:latin typeface="comic"/>
                <a:ea typeface="DejaVu Sans"/>
              </a:rPr>
              <a:t>x</a:t>
            </a:r>
            <a:br/>
            <a:r>
              <a:rPr b="1" lang="en-IN" sz="2700" spc="-1" strike="noStrike">
                <a:solidFill>
                  <a:srgbClr val="000000"/>
                </a:solidFill>
                <a:latin typeface="Calibri Light"/>
                <a:ea typeface="DejaVu Sans"/>
              </a:rPr>
              <a:t>Architecture level difference</a:t>
            </a:r>
            <a:br/>
            <a:endParaRPr b="0" lang="en-IN" sz="2700" spc="-1" strike="noStrike">
              <a:latin typeface="Arial"/>
            </a:endParaRPr>
          </a:p>
        </p:txBody>
      </p:sp>
      <p:sp>
        <p:nvSpPr>
          <p:cNvPr id="188" name="CustomShape 2"/>
          <p:cNvSpPr/>
          <p:nvPr/>
        </p:nvSpPr>
        <p:spPr>
          <a:xfrm>
            <a:off x="838080" y="1825560"/>
            <a:ext cx="10514160" cy="1935360"/>
          </a:xfrm>
          <a:prstGeom prst="rect">
            <a:avLst/>
          </a:prstGeom>
          <a:noFill/>
          <a:ln>
            <a:noFill/>
          </a:ln>
        </p:spPr>
        <p:style>
          <a:lnRef idx="0"/>
          <a:fillRef idx="0"/>
          <a:effectRef idx="0"/>
          <a:fontRef idx="minor"/>
        </p:style>
        <p:txBody>
          <a:bodyPr lIns="90000" rIns="90000" tIns="45000" bIns="45000">
            <a:noAutofit/>
          </a:bodyPr>
          <a:p>
            <a:pPr marL="228600" indent="-227160">
              <a:lnSpc>
                <a:spcPct val="90000"/>
              </a:lnSpc>
              <a:spcBef>
                <a:spcPts val="1001"/>
              </a:spcBef>
              <a:buClr>
                <a:srgbClr val="000000"/>
              </a:buClr>
              <a:buFont typeface="Arial"/>
              <a:buChar char="•"/>
            </a:pPr>
            <a:r>
              <a:rPr b="0" lang="en-IN" sz="2000" spc="-1" strike="noStrike">
                <a:solidFill>
                  <a:srgbClr val="000000"/>
                </a:solidFill>
                <a:latin typeface="Calibri"/>
                <a:ea typeface="DejaVu Sans"/>
              </a:rPr>
              <a:t>Minimum JDK version for </a:t>
            </a:r>
            <a:r>
              <a:rPr b="1" lang="en-IN" sz="2000" spc="-1" strike="noStrike">
                <a:solidFill>
                  <a:srgbClr val="7030a0"/>
                </a:solidFill>
                <a:latin typeface="Calibri"/>
                <a:ea typeface="DejaVu Sans"/>
              </a:rPr>
              <a:t>Junit4 -&gt; Jdk5 </a:t>
            </a:r>
            <a:r>
              <a:rPr b="0" lang="en-IN" sz="2000" spc="-1" strike="noStrike">
                <a:solidFill>
                  <a:srgbClr val="000000"/>
                </a:solidFill>
                <a:latin typeface="Calibri"/>
                <a:ea typeface="DejaVu Sans"/>
              </a:rPr>
              <a:t>but for </a:t>
            </a:r>
            <a:r>
              <a:rPr b="1" lang="en-IN" sz="2000" spc="-1" strike="noStrike">
                <a:solidFill>
                  <a:srgbClr val="00b0f0"/>
                </a:solidFill>
                <a:latin typeface="Calibri"/>
                <a:ea typeface="DejaVu Sans"/>
              </a:rPr>
              <a:t>Junit5 -&gt; Jdk8</a:t>
            </a:r>
            <a:endParaRPr b="0" lang="en-IN" sz="2000" spc="-1" strike="noStrike">
              <a:latin typeface="Arial"/>
            </a:endParaRPr>
          </a:p>
          <a:p>
            <a:pPr marL="228600" indent="-227160">
              <a:lnSpc>
                <a:spcPct val="90000"/>
              </a:lnSpc>
              <a:spcBef>
                <a:spcPts val="1001"/>
              </a:spcBef>
              <a:buClr>
                <a:srgbClr val="000000"/>
              </a:buClr>
              <a:buFont typeface="Arial"/>
              <a:buChar char="•"/>
            </a:pPr>
            <a:r>
              <a:rPr b="0" lang="en-IN" sz="2000" spc="-1" strike="noStrike">
                <a:solidFill>
                  <a:srgbClr val="000000"/>
                </a:solidFill>
                <a:latin typeface="Calibri"/>
                <a:ea typeface="DejaVu Sans"/>
              </a:rPr>
              <a:t>Earlier it was single .jar</a:t>
            </a:r>
            <a:endParaRPr b="0" lang="en-IN" sz="2000" spc="-1" strike="noStrike">
              <a:latin typeface="Arial"/>
            </a:endParaRPr>
          </a:p>
          <a:p>
            <a:pPr marL="228600" indent="-227160">
              <a:lnSpc>
                <a:spcPct val="90000"/>
              </a:lnSpc>
              <a:spcBef>
                <a:spcPts val="1001"/>
              </a:spcBef>
              <a:buClr>
                <a:srgbClr val="000000"/>
              </a:buClr>
              <a:buFont typeface="Arial"/>
              <a:buChar char="•"/>
            </a:pPr>
            <a:r>
              <a:rPr b="0" lang="en-IN" sz="2000" spc="-1" strike="noStrike">
                <a:solidFill>
                  <a:srgbClr val="000000"/>
                </a:solidFill>
                <a:latin typeface="Calibri"/>
                <a:ea typeface="DejaVu Sans"/>
              </a:rPr>
              <a:t>Now it’s 3 different .jar</a:t>
            </a:r>
            <a:endParaRPr b="0" lang="en-IN" sz="2000" spc="-1" strike="noStrike">
              <a:latin typeface="Arial"/>
            </a:endParaRPr>
          </a:p>
          <a:p>
            <a:pPr>
              <a:lnSpc>
                <a:spcPct val="90000"/>
              </a:lnSpc>
              <a:spcBef>
                <a:spcPts val="1001"/>
              </a:spcBef>
            </a:pPr>
            <a:endParaRPr b="0" lang="en-IN" sz="2000" spc="-1" strike="noStrike">
              <a:latin typeface="Arial"/>
            </a:endParaRPr>
          </a:p>
          <a:p>
            <a:pPr>
              <a:lnSpc>
                <a:spcPct val="90000"/>
              </a:lnSpc>
              <a:spcBef>
                <a:spcPts val="1001"/>
              </a:spcBef>
            </a:pPr>
            <a:endParaRPr b="0" lang="en-IN" sz="2000" spc="-1" strike="noStrike">
              <a:latin typeface="Arial"/>
            </a:endParaRPr>
          </a:p>
          <a:p>
            <a:pPr>
              <a:lnSpc>
                <a:spcPct val="100000"/>
              </a:lnSpc>
            </a:pPr>
            <a:endParaRPr b="0" lang="en-IN" sz="2000" spc="-1" strike="noStrike">
              <a:latin typeface="Arial"/>
            </a:endParaRPr>
          </a:p>
        </p:txBody>
      </p:sp>
      <p:pic>
        <p:nvPicPr>
          <p:cNvPr id="189" name="Picture 3" descr=""/>
          <p:cNvPicPr/>
          <p:nvPr/>
        </p:nvPicPr>
        <p:blipFill>
          <a:blip r:embed="rId1">
            <a:alphaModFix amt="50000"/>
          </a:blip>
          <a:stretch/>
        </p:blipFill>
        <p:spPr>
          <a:xfrm>
            <a:off x="878400" y="3096000"/>
            <a:ext cx="8048880" cy="681120"/>
          </a:xfrm>
          <a:prstGeom prst="rect">
            <a:avLst/>
          </a:prstGeom>
          <a:ln>
            <a:noFill/>
          </a:ln>
        </p:spPr>
      </p:pic>
      <p:sp>
        <p:nvSpPr>
          <p:cNvPr id="190" name="CustomShape 3"/>
          <p:cNvSpPr/>
          <p:nvPr/>
        </p:nvSpPr>
        <p:spPr>
          <a:xfrm>
            <a:off x="5638680" y="2971800"/>
            <a:ext cx="912960" cy="912960"/>
          </a:xfrm>
          <a:prstGeom prst="rect">
            <a:avLst/>
          </a:prstGeom>
          <a:noFill/>
          <a:ln>
            <a:noFill/>
          </a:ln>
        </p:spPr>
        <p:style>
          <a:lnRef idx="0"/>
          <a:fillRef idx="0"/>
          <a:effectRef idx="0"/>
          <a:fontRef idx="minor"/>
        </p:style>
      </p:sp>
      <p:sp>
        <p:nvSpPr>
          <p:cNvPr id="191" name="CustomShape 4"/>
          <p:cNvSpPr/>
          <p:nvPr/>
        </p:nvSpPr>
        <p:spPr>
          <a:xfrm>
            <a:off x="200160" y="4325400"/>
            <a:ext cx="4294440" cy="1735560"/>
          </a:xfrm>
          <a:prstGeom prst="rect">
            <a:avLst/>
          </a:prstGeom>
          <a:noFill/>
          <a:ln>
            <a:noFill/>
          </a:ln>
        </p:spPr>
        <p:style>
          <a:lnRef idx="0"/>
          <a:fillRef idx="0"/>
          <a:effectRef idx="0"/>
          <a:fontRef idx="minor"/>
        </p:style>
        <p:txBody>
          <a:bodyPr lIns="90000" rIns="90000" tIns="45000" bIns="45000">
            <a:spAutoFit/>
          </a:bodyPr>
          <a:p>
            <a:pPr marL="285840" indent="-284400">
              <a:lnSpc>
                <a:spcPct val="100000"/>
              </a:lnSpc>
              <a:buClr>
                <a:srgbClr val="ff0000"/>
              </a:buClr>
              <a:buFont typeface="Arial"/>
              <a:buChar char="•"/>
            </a:pPr>
            <a:r>
              <a:rPr b="1" lang="en-IN" sz="1800" spc="-1" strike="noStrike">
                <a:solidFill>
                  <a:srgbClr val="ff0000"/>
                </a:solidFill>
                <a:latin typeface="Calibri"/>
                <a:ea typeface="DejaVu Sans"/>
              </a:rPr>
              <a:t>JUnit platform</a:t>
            </a:r>
            <a:endParaRPr b="0" lang="en-IN" sz="1800" spc="-1" strike="noStrike">
              <a:latin typeface="Arial"/>
            </a:endParaRPr>
          </a:p>
          <a:p>
            <a:pPr lvl="1" marL="743040" indent="-284400">
              <a:lnSpc>
                <a:spcPct val="100000"/>
              </a:lnSpc>
              <a:buClr>
                <a:srgbClr val="000000"/>
              </a:buClr>
              <a:buFont typeface="Arial"/>
              <a:buChar char="•"/>
            </a:pPr>
            <a:r>
              <a:rPr b="0" lang="en-IN" sz="1800" spc="-1" strike="noStrike">
                <a:solidFill>
                  <a:srgbClr val="000000"/>
                </a:solidFill>
                <a:latin typeface="Calibri"/>
                <a:ea typeface="DejaVu Sans"/>
              </a:rPr>
              <a:t>Launch testing frameworks</a:t>
            </a:r>
            <a:endParaRPr b="0" lang="en-IN" sz="1800" spc="-1" strike="noStrike">
              <a:latin typeface="Arial"/>
            </a:endParaRPr>
          </a:p>
          <a:p>
            <a:pPr lvl="1" marL="743040" indent="-284400">
              <a:lnSpc>
                <a:spcPct val="100000"/>
              </a:lnSpc>
              <a:buClr>
                <a:srgbClr val="000000"/>
              </a:buClr>
              <a:buFont typeface="Arial"/>
              <a:buChar char="•"/>
            </a:pPr>
            <a:r>
              <a:rPr b="0" lang="en-IN" sz="1800" spc="-1" strike="noStrike">
                <a:solidFill>
                  <a:srgbClr val="000000"/>
                </a:solidFill>
                <a:latin typeface="Calibri"/>
                <a:ea typeface="DejaVu Sans"/>
              </a:rPr>
              <a:t>Define test engines</a:t>
            </a:r>
            <a:endParaRPr b="0" lang="en-IN" sz="1800" spc="-1" strike="noStrike">
              <a:latin typeface="Arial"/>
            </a:endParaRPr>
          </a:p>
          <a:p>
            <a:pPr lvl="1" marL="743040" indent="-284400">
              <a:lnSpc>
                <a:spcPct val="100000"/>
              </a:lnSpc>
              <a:buClr>
                <a:srgbClr val="000000"/>
              </a:buClr>
              <a:buFont typeface="Arial"/>
              <a:buChar char="•"/>
            </a:pPr>
            <a:r>
              <a:rPr b="0" lang="en-IN" sz="1800" spc="-1" strike="noStrike">
                <a:solidFill>
                  <a:srgbClr val="000000"/>
                </a:solidFill>
                <a:latin typeface="Calibri"/>
                <a:ea typeface="DejaVu Sans"/>
              </a:rPr>
              <a:t>Console launcher</a:t>
            </a:r>
            <a:endParaRPr b="0" lang="en-IN" sz="1800" spc="-1" strike="noStrike">
              <a:latin typeface="Arial"/>
            </a:endParaRPr>
          </a:p>
          <a:p>
            <a:pPr lvl="1" marL="743040" indent="-284400">
              <a:lnSpc>
                <a:spcPct val="100000"/>
              </a:lnSpc>
              <a:buClr>
                <a:srgbClr val="000000"/>
              </a:buClr>
              <a:buFont typeface="Arial"/>
              <a:buChar char="•"/>
            </a:pPr>
            <a:r>
              <a:rPr b="0" lang="en-IN" sz="1800" spc="-1" strike="noStrike">
                <a:solidFill>
                  <a:srgbClr val="000000"/>
                </a:solidFill>
                <a:latin typeface="Calibri"/>
                <a:ea typeface="DejaVu Sans"/>
              </a:rPr>
              <a:t>Junit4 based runner</a:t>
            </a:r>
            <a:endParaRPr b="0" lang="en-IN" sz="1800" spc="-1" strike="noStrike">
              <a:latin typeface="Arial"/>
            </a:endParaRPr>
          </a:p>
          <a:p>
            <a:pPr lvl="1" marL="743040" indent="-284400">
              <a:lnSpc>
                <a:spcPct val="100000"/>
              </a:lnSpc>
              <a:buClr>
                <a:srgbClr val="000000"/>
              </a:buClr>
              <a:buFont typeface="Arial"/>
              <a:buChar char="•"/>
            </a:pPr>
            <a:r>
              <a:rPr b="0" lang="en-IN" sz="1800" spc="-1" strike="noStrike">
                <a:solidFill>
                  <a:srgbClr val="000000"/>
                </a:solidFill>
                <a:latin typeface="Calibri"/>
                <a:ea typeface="DejaVu Sans"/>
              </a:rPr>
              <a:t>Integration with 3</a:t>
            </a:r>
            <a:r>
              <a:rPr b="0" lang="en-IN" sz="1800" spc="-1" strike="noStrike" baseline="30000">
                <a:solidFill>
                  <a:srgbClr val="000000"/>
                </a:solidFill>
                <a:latin typeface="Calibri"/>
                <a:ea typeface="DejaVu Sans"/>
              </a:rPr>
              <a:t>rd</a:t>
            </a:r>
            <a:r>
              <a:rPr b="0" lang="en-IN" sz="1800" spc="-1" strike="noStrike">
                <a:solidFill>
                  <a:srgbClr val="000000"/>
                </a:solidFill>
                <a:latin typeface="Calibri"/>
                <a:ea typeface="DejaVu Sans"/>
              </a:rPr>
              <a:t> party</a:t>
            </a:r>
            <a:endParaRPr b="0" lang="en-IN" sz="1800" spc="-1" strike="noStrike">
              <a:latin typeface="Arial"/>
            </a:endParaRPr>
          </a:p>
        </p:txBody>
      </p:sp>
      <p:sp>
        <p:nvSpPr>
          <p:cNvPr id="192" name="CustomShape 5"/>
          <p:cNvSpPr/>
          <p:nvPr/>
        </p:nvSpPr>
        <p:spPr>
          <a:xfrm>
            <a:off x="4495680" y="3898440"/>
            <a:ext cx="4294440" cy="2224080"/>
          </a:xfrm>
          <a:prstGeom prst="rect">
            <a:avLst/>
          </a:prstGeom>
          <a:noFill/>
          <a:ln>
            <a:noFill/>
          </a:ln>
        </p:spPr>
        <p:style>
          <a:lnRef idx="0"/>
          <a:fillRef idx="0"/>
          <a:effectRef idx="0"/>
          <a:fontRef idx="minor"/>
        </p:style>
        <p:txBody>
          <a:bodyPr lIns="90000" rIns="90000" tIns="45000" bIns="45000">
            <a:spAutoFit/>
          </a:bodyPr>
          <a:p>
            <a:pPr marL="285840" indent="-284400">
              <a:lnSpc>
                <a:spcPct val="100000"/>
              </a:lnSpc>
              <a:buClr>
                <a:srgbClr val="ff0000"/>
              </a:buClr>
              <a:buFont typeface="Arial"/>
              <a:buChar char="•"/>
            </a:pPr>
            <a:r>
              <a:rPr b="1" lang="en-IN" sz="2000" spc="-1" strike="noStrike">
                <a:solidFill>
                  <a:srgbClr val="ff0000"/>
                </a:solidFill>
                <a:latin typeface="Calibri"/>
                <a:ea typeface="DejaVu Sans"/>
              </a:rPr>
              <a:t>JUnit Jupiter</a:t>
            </a:r>
            <a:endParaRPr b="0" lang="en-IN" sz="2000" spc="-1" strike="noStrike">
              <a:latin typeface="Arial"/>
            </a:endParaRPr>
          </a:p>
          <a:p>
            <a:pPr lvl="1" marL="743040" indent="-284400">
              <a:lnSpc>
                <a:spcPct val="100000"/>
              </a:lnSpc>
              <a:buClr>
                <a:srgbClr val="000000"/>
              </a:buClr>
              <a:buFont typeface="Arial"/>
              <a:buChar char="•"/>
            </a:pPr>
            <a:r>
              <a:rPr b="0" lang="en-IN" sz="2000" spc="-1" strike="noStrike">
                <a:solidFill>
                  <a:srgbClr val="000000"/>
                </a:solidFill>
                <a:latin typeface="Calibri"/>
                <a:ea typeface="DejaVu Sans"/>
              </a:rPr>
              <a:t>New programming model + extension to write test and extension</a:t>
            </a:r>
            <a:endParaRPr b="0" lang="en-IN" sz="2000" spc="-1" strike="noStrike">
              <a:latin typeface="Arial"/>
            </a:endParaRPr>
          </a:p>
          <a:p>
            <a:pPr lvl="1" marL="743040" indent="-284400">
              <a:lnSpc>
                <a:spcPct val="100000"/>
              </a:lnSpc>
              <a:buClr>
                <a:srgbClr val="000000"/>
              </a:buClr>
              <a:buFont typeface="Arial"/>
              <a:buChar char="•"/>
            </a:pPr>
            <a:r>
              <a:rPr b="0" lang="en-IN" sz="2000" spc="-1" strike="noStrike">
                <a:solidFill>
                  <a:srgbClr val="000000"/>
                </a:solidFill>
                <a:latin typeface="Calibri"/>
                <a:ea typeface="DejaVu Sans"/>
              </a:rPr>
              <a:t>It’s subproject provides test engine to run the Jupiter based tests</a:t>
            </a:r>
            <a:endParaRPr b="0" lang="en-IN" sz="2000" spc="-1" strike="noStrike">
              <a:latin typeface="Arial"/>
            </a:endParaRPr>
          </a:p>
        </p:txBody>
      </p:sp>
      <p:sp>
        <p:nvSpPr>
          <p:cNvPr id="193" name="CustomShape 6"/>
          <p:cNvSpPr/>
          <p:nvPr/>
        </p:nvSpPr>
        <p:spPr>
          <a:xfrm>
            <a:off x="8639280" y="4041000"/>
            <a:ext cx="3351240" cy="1309320"/>
          </a:xfrm>
          <a:prstGeom prst="rect">
            <a:avLst/>
          </a:prstGeom>
          <a:noFill/>
          <a:ln>
            <a:noFill/>
          </a:ln>
        </p:spPr>
        <p:style>
          <a:lnRef idx="0"/>
          <a:fillRef idx="0"/>
          <a:effectRef idx="0"/>
          <a:fontRef idx="minor"/>
        </p:style>
        <p:txBody>
          <a:bodyPr lIns="90000" rIns="90000" tIns="45000" bIns="45000">
            <a:spAutoFit/>
          </a:bodyPr>
          <a:p>
            <a:pPr marL="285840" indent="-284400">
              <a:lnSpc>
                <a:spcPct val="100000"/>
              </a:lnSpc>
              <a:buClr>
                <a:srgbClr val="ff0000"/>
              </a:buClr>
              <a:buFont typeface="Arial"/>
              <a:buChar char="•"/>
            </a:pPr>
            <a:r>
              <a:rPr b="1" lang="en-IN" sz="2000" spc="-1" strike="noStrike">
                <a:solidFill>
                  <a:srgbClr val="ff0000"/>
                </a:solidFill>
                <a:latin typeface="Calibri"/>
                <a:ea typeface="DejaVu Sans"/>
              </a:rPr>
              <a:t>JUnit Vintage</a:t>
            </a:r>
            <a:endParaRPr b="0" lang="en-IN" sz="2000" spc="-1" strike="noStrike">
              <a:latin typeface="Arial"/>
            </a:endParaRPr>
          </a:p>
          <a:p>
            <a:pPr lvl="1" marL="743040" indent="-284400">
              <a:lnSpc>
                <a:spcPct val="100000"/>
              </a:lnSpc>
              <a:buClr>
                <a:srgbClr val="000000"/>
              </a:buClr>
              <a:buFont typeface="Arial"/>
              <a:buChar char="•"/>
            </a:pPr>
            <a:r>
              <a:rPr b="0" lang="en-IN" sz="2000" spc="-1" strike="noStrike">
                <a:solidFill>
                  <a:srgbClr val="000000"/>
                </a:solidFill>
                <a:latin typeface="Calibri"/>
                <a:ea typeface="DejaVu Sans"/>
              </a:rPr>
              <a:t>To run tests that are written in junit4 and junit3</a:t>
            </a:r>
            <a:endParaRPr b="0" lang="en-IN" sz="2000" spc="-1" strike="noStrike">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42">
                                  <p:stCondLst>
                                    <p:cond delay="0"/>
                                  </p:stCondLst>
                                  <p:childTnLst>
                                    <p:set>
                                      <p:cBhvr>
                                        <p:cTn id="6" dur="1" fill="hold">
                                          <p:stCondLst>
                                            <p:cond delay="0"/>
                                          </p:stCondLst>
                                        </p:cTn>
                                        <p:tgtEl>
                                          <p:spTgt spid="188">
                                            <p:txEl>
                                              <p:pRg st="0" end="0"/>
                                            </p:txEl>
                                          </p:spTgt>
                                        </p:tgtEl>
                                        <p:attrNameLst>
                                          <p:attrName>style.visibility</p:attrName>
                                        </p:attrNameLst>
                                      </p:cBhvr>
                                      <p:to>
                                        <p:strVal val="visible"/>
                                      </p:to>
                                    </p:set>
                                    <p:animEffect filter="fade" transition="in">
                                      <p:cBhvr additive="repl">
                                        <p:cTn id="7" dur="1000"/>
                                        <p:tgtEl>
                                          <p:spTgt spid="188">
                                            <p:txEl>
                                              <p:pRg st="0" end="0"/>
                                            </p:txEl>
                                          </p:spTgt>
                                        </p:tgtEl>
                                      </p:cBhvr>
                                    </p:animEffect>
                                    <p:anim calcmode="lin" valueType="num">
                                      <p:cBhvr additive="repl">
                                        <p:cTn id="8" dur="1000" fill="hold"/>
                                        <p:tgtEl>
                                          <p:spTgt spid="188">
                                            <p:txEl>
                                              <p:pRg st="0" end="0"/>
                                            </p:txEl>
                                          </p:spTgt>
                                        </p:tgtEl>
                                        <p:attrNameLst>
                                          <p:attrName>ppt_x</p:attrName>
                                        </p:attrNameLst>
                                      </p:cBhvr>
                                      <p:tavLst>
                                        <p:tav tm="0">
                                          <p:val>
                                            <p:strVal val="#ppt_x"/>
                                          </p:val>
                                        </p:tav>
                                        <p:tav tm="100000">
                                          <p:val>
                                            <p:strVal val="#ppt_x"/>
                                          </p:val>
                                        </p:tav>
                                      </p:tavLst>
                                    </p:anim>
                                    <p:anim calcmode="lin" valueType="num">
                                      <p:cBhvr additive="repl">
                                        <p:cTn id="9" dur="1000" fill="hold"/>
                                        <p:tgtEl>
                                          <p:spTgt spid="18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nodeType="clickEffect" fill="hold" presetClass="entr" presetID="42">
                                  <p:stCondLst>
                                    <p:cond delay="0"/>
                                  </p:stCondLst>
                                  <p:childTnLst>
                                    <p:set>
                                      <p:cBhvr>
                                        <p:cTn id="13" dur="1" fill="hold">
                                          <p:stCondLst>
                                            <p:cond delay="0"/>
                                          </p:stCondLst>
                                        </p:cTn>
                                        <p:tgtEl>
                                          <p:spTgt spid="188">
                                            <p:txEl>
                                              <p:pRg st="1" end="1"/>
                                            </p:txEl>
                                          </p:spTgt>
                                        </p:tgtEl>
                                        <p:attrNameLst>
                                          <p:attrName>style.visibility</p:attrName>
                                        </p:attrNameLst>
                                      </p:cBhvr>
                                      <p:to>
                                        <p:strVal val="visible"/>
                                      </p:to>
                                    </p:set>
                                    <p:animEffect filter="fade" transition="in">
                                      <p:cBhvr additive="repl">
                                        <p:cTn id="14" dur="1000"/>
                                        <p:tgtEl>
                                          <p:spTgt spid="188">
                                            <p:txEl>
                                              <p:pRg st="1" end="1"/>
                                            </p:txEl>
                                          </p:spTgt>
                                        </p:tgtEl>
                                      </p:cBhvr>
                                    </p:animEffect>
                                    <p:anim calcmode="lin" valueType="num">
                                      <p:cBhvr additive="repl">
                                        <p:cTn id="15" dur="1000" fill="hold"/>
                                        <p:tgtEl>
                                          <p:spTgt spid="188">
                                            <p:txEl>
                                              <p:pRg st="1" end="1"/>
                                            </p:txEl>
                                          </p:spTgt>
                                        </p:tgtEl>
                                        <p:attrNameLst>
                                          <p:attrName>ppt_x</p:attrName>
                                        </p:attrNameLst>
                                      </p:cBhvr>
                                      <p:tavLst>
                                        <p:tav tm="0">
                                          <p:val>
                                            <p:strVal val="#ppt_x"/>
                                          </p:val>
                                        </p:tav>
                                        <p:tav tm="100000">
                                          <p:val>
                                            <p:strVal val="#ppt_x"/>
                                          </p:val>
                                        </p:tav>
                                      </p:tavLst>
                                    </p:anim>
                                    <p:anim calcmode="lin" valueType="num">
                                      <p:cBhvr additive="repl">
                                        <p:cTn id="16" dur="1000" fill="hold"/>
                                        <p:tgtEl>
                                          <p:spTgt spid="18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42">
                                  <p:stCondLst>
                                    <p:cond delay="0"/>
                                  </p:stCondLst>
                                  <p:childTnLst>
                                    <p:set>
                                      <p:cBhvr>
                                        <p:cTn id="20" dur="1" fill="hold">
                                          <p:stCondLst>
                                            <p:cond delay="0"/>
                                          </p:stCondLst>
                                        </p:cTn>
                                        <p:tgtEl>
                                          <p:spTgt spid="188">
                                            <p:txEl>
                                              <p:pRg st="2" end="2"/>
                                            </p:txEl>
                                          </p:spTgt>
                                        </p:tgtEl>
                                        <p:attrNameLst>
                                          <p:attrName>style.visibility</p:attrName>
                                        </p:attrNameLst>
                                      </p:cBhvr>
                                      <p:to>
                                        <p:strVal val="visible"/>
                                      </p:to>
                                    </p:set>
                                    <p:animEffect filter="fade" transition="in">
                                      <p:cBhvr additive="repl">
                                        <p:cTn id="21" dur="1000"/>
                                        <p:tgtEl>
                                          <p:spTgt spid="188">
                                            <p:txEl>
                                              <p:pRg st="2" end="2"/>
                                            </p:txEl>
                                          </p:spTgt>
                                        </p:tgtEl>
                                      </p:cBhvr>
                                    </p:animEffect>
                                    <p:anim calcmode="lin" valueType="num">
                                      <p:cBhvr additive="repl">
                                        <p:cTn id="22" dur="1000" fill="hold"/>
                                        <p:tgtEl>
                                          <p:spTgt spid="188">
                                            <p:txEl>
                                              <p:pRg st="2" end="2"/>
                                            </p:txEl>
                                          </p:spTgt>
                                        </p:tgtEl>
                                        <p:attrNameLst>
                                          <p:attrName>ppt_x</p:attrName>
                                        </p:attrNameLst>
                                      </p:cBhvr>
                                      <p:tavLst>
                                        <p:tav tm="0">
                                          <p:val>
                                            <p:strVal val="#ppt_x"/>
                                          </p:val>
                                        </p:tav>
                                        <p:tav tm="100000">
                                          <p:val>
                                            <p:strVal val="#ppt_x"/>
                                          </p:val>
                                        </p:tav>
                                      </p:tavLst>
                                    </p:anim>
                                    <p:anim calcmode="lin" valueType="num">
                                      <p:cBhvr additive="repl">
                                        <p:cTn id="23" dur="1000" fill="hold"/>
                                        <p:tgtEl>
                                          <p:spTgt spid="18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nodeType="clickEffect" fill="hold" presetClass="entr" presetID="42">
                                  <p:stCondLst>
                                    <p:cond delay="0"/>
                                  </p:stCondLst>
                                  <p:childTnLst>
                                    <p:set>
                                      <p:cBhvr>
                                        <p:cTn id="27" dur="1" fill="hold">
                                          <p:stCondLst>
                                            <p:cond delay="0"/>
                                          </p:stCondLst>
                                        </p:cTn>
                                        <p:tgtEl>
                                          <p:spTgt spid="189"/>
                                        </p:tgtEl>
                                        <p:attrNameLst>
                                          <p:attrName>style.visibility</p:attrName>
                                        </p:attrNameLst>
                                      </p:cBhvr>
                                      <p:to>
                                        <p:strVal val="visible"/>
                                      </p:to>
                                    </p:set>
                                    <p:animEffect filter="fade" transition="in">
                                      <p:cBhvr additive="repl">
                                        <p:cTn id="28" dur="1000"/>
                                        <p:tgtEl>
                                          <p:spTgt spid="189"/>
                                        </p:tgtEl>
                                      </p:cBhvr>
                                    </p:animEffect>
                                    <p:anim calcmode="lin" valueType="num">
                                      <p:cBhvr additive="repl">
                                        <p:cTn id="29" dur="1000" fill="hold"/>
                                        <p:tgtEl>
                                          <p:spTgt spid="189"/>
                                        </p:tgtEl>
                                        <p:attrNameLst>
                                          <p:attrName>ppt_x</p:attrName>
                                        </p:attrNameLst>
                                      </p:cBhvr>
                                      <p:tavLst>
                                        <p:tav tm="0">
                                          <p:val>
                                            <p:strVal val="#ppt_x"/>
                                          </p:val>
                                        </p:tav>
                                        <p:tav tm="100000">
                                          <p:val>
                                            <p:strVal val="#ppt_x"/>
                                          </p:val>
                                        </p:tav>
                                      </p:tavLst>
                                    </p:anim>
                                    <p:anim calcmode="lin" valueType="num">
                                      <p:cBhvr additive="repl">
                                        <p:cTn id="30" dur="1000" fill="hold"/>
                                        <p:tgtEl>
                                          <p:spTgt spid="18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42">
                                  <p:stCondLst>
                                    <p:cond delay="0"/>
                                  </p:stCondLst>
                                  <p:childTnLst>
                                    <p:set>
                                      <p:cBhvr>
                                        <p:cTn id="34" dur="1" fill="hold">
                                          <p:stCondLst>
                                            <p:cond delay="0"/>
                                          </p:stCondLst>
                                        </p:cTn>
                                        <p:tgtEl>
                                          <p:spTgt spid="191"/>
                                        </p:tgtEl>
                                        <p:attrNameLst>
                                          <p:attrName>style.visibility</p:attrName>
                                        </p:attrNameLst>
                                      </p:cBhvr>
                                      <p:to>
                                        <p:strVal val="visible"/>
                                      </p:to>
                                    </p:set>
                                    <p:animEffect filter="fade" transition="in">
                                      <p:cBhvr additive="repl">
                                        <p:cTn id="35" dur="1000"/>
                                        <p:tgtEl>
                                          <p:spTgt spid="191"/>
                                        </p:tgtEl>
                                      </p:cBhvr>
                                    </p:animEffect>
                                    <p:anim calcmode="lin" valueType="num">
                                      <p:cBhvr additive="repl">
                                        <p:cTn id="36" dur="1000" fill="hold"/>
                                        <p:tgtEl>
                                          <p:spTgt spid="191"/>
                                        </p:tgtEl>
                                        <p:attrNameLst>
                                          <p:attrName>ppt_x</p:attrName>
                                        </p:attrNameLst>
                                      </p:cBhvr>
                                      <p:tavLst>
                                        <p:tav tm="0">
                                          <p:val>
                                            <p:strVal val="#ppt_x"/>
                                          </p:val>
                                        </p:tav>
                                        <p:tav tm="100000">
                                          <p:val>
                                            <p:strVal val="#ppt_x"/>
                                          </p:val>
                                        </p:tav>
                                      </p:tavLst>
                                    </p:anim>
                                    <p:anim calcmode="lin" valueType="num">
                                      <p:cBhvr additive="repl">
                                        <p:cTn id="37" dur="1000" fill="hold"/>
                                        <p:tgtEl>
                                          <p:spTgt spid="19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nodeType="clickEffect" fill="hold" presetClass="entr" presetID="10">
                                  <p:stCondLst>
                                    <p:cond delay="0"/>
                                  </p:stCondLst>
                                  <p:childTnLst>
                                    <p:set>
                                      <p:cBhvr>
                                        <p:cTn id="41" dur="1" fill="hold">
                                          <p:stCondLst>
                                            <p:cond delay="0"/>
                                          </p:stCondLst>
                                        </p:cTn>
                                        <p:tgtEl>
                                          <p:spTgt spid="192"/>
                                        </p:tgtEl>
                                        <p:attrNameLst>
                                          <p:attrName>style.visibility</p:attrName>
                                        </p:attrNameLst>
                                      </p:cBhvr>
                                      <p:to>
                                        <p:strVal val="visible"/>
                                      </p:to>
                                    </p:set>
                                    <p:animEffect filter="fade" transition="in">
                                      <p:cBhvr additive="repl">
                                        <p:cTn id="42" dur="500"/>
                                        <p:tgtEl>
                                          <p:spTgt spid="192"/>
                                        </p:tgtEl>
                                      </p:cBhvr>
                                    </p:animEffec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22" presetSubtype="4">
                                  <p:stCondLst>
                                    <p:cond delay="0"/>
                                  </p:stCondLst>
                                  <p:childTnLst>
                                    <p:set>
                                      <p:cBhvr>
                                        <p:cTn id="46" dur="1" fill="hold">
                                          <p:stCondLst>
                                            <p:cond delay="0"/>
                                          </p:stCondLst>
                                        </p:cTn>
                                        <p:tgtEl>
                                          <p:spTgt spid="193"/>
                                        </p:tgtEl>
                                        <p:attrNameLst>
                                          <p:attrName>style.visibility</p:attrName>
                                        </p:attrNameLst>
                                      </p:cBhvr>
                                      <p:to>
                                        <p:strVal val="visible"/>
                                      </p:to>
                                    </p:set>
                                    <p:animEffect filter="wipe(down)" transition="in">
                                      <p:cBhvr additive="repl">
                                        <p:cTn id="47" dur="5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4" name="" descr=""/>
          <p:cNvPicPr/>
          <p:nvPr/>
        </p:nvPicPr>
        <p:blipFill>
          <a:blip r:embed="rId1"/>
          <a:stretch/>
        </p:blipFill>
        <p:spPr>
          <a:xfrm>
            <a:off x="752760" y="648000"/>
            <a:ext cx="10190880" cy="533340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CustomShape 1"/>
          <p:cNvSpPr/>
          <p:nvPr/>
        </p:nvSpPr>
        <p:spPr>
          <a:xfrm>
            <a:off x="838080" y="365040"/>
            <a:ext cx="10514160" cy="1324080"/>
          </a:xfrm>
          <a:prstGeom prst="rect">
            <a:avLst/>
          </a:prstGeom>
          <a:solidFill>
            <a:srgbClr val="e2f0d9"/>
          </a:solidFill>
          <a:ln>
            <a:noFill/>
          </a:ln>
        </p:spPr>
        <p:style>
          <a:lnRef idx="0"/>
          <a:fillRef idx="0"/>
          <a:effectRef idx="0"/>
          <a:fontRef idx="minor"/>
        </p:style>
        <p:txBody>
          <a:bodyPr lIns="90000" rIns="90000" tIns="45000" bIns="45000" anchor="ctr">
            <a:normAutofit fontScale="69000"/>
          </a:bodyPr>
          <a:p>
            <a:pPr algn="ctr">
              <a:lnSpc>
                <a:spcPct val="90000"/>
              </a:lnSpc>
            </a:pPr>
            <a:br/>
            <a:r>
              <a:rPr b="0" lang="en-IN" sz="4400" spc="-1" strike="noStrike">
                <a:solidFill>
                  <a:srgbClr val="000000"/>
                </a:solidFill>
                <a:latin typeface="comic"/>
                <a:ea typeface="DejaVu Sans"/>
              </a:rPr>
              <a:t>Junit4.</a:t>
            </a:r>
            <a:r>
              <a:rPr b="0" lang="en-IN" sz="2000" spc="-1" strike="noStrike">
                <a:solidFill>
                  <a:srgbClr val="000000"/>
                </a:solidFill>
                <a:latin typeface="comic"/>
                <a:ea typeface="DejaVu Sans"/>
              </a:rPr>
              <a:t>x</a:t>
            </a:r>
            <a:r>
              <a:rPr b="0" lang="en-IN" sz="4400" spc="-1" strike="noStrike">
                <a:solidFill>
                  <a:srgbClr val="000000"/>
                </a:solidFill>
                <a:latin typeface="comic"/>
                <a:ea typeface="DejaVu Sans"/>
              </a:rPr>
              <a:t> </a:t>
            </a:r>
            <a:r>
              <a:rPr b="0" lang="en-IN" sz="2800" spc="-1" strike="noStrike">
                <a:solidFill>
                  <a:srgbClr val="000000"/>
                </a:solidFill>
                <a:latin typeface="comic"/>
                <a:ea typeface="DejaVu Sans"/>
              </a:rPr>
              <a:t>vs</a:t>
            </a:r>
            <a:r>
              <a:rPr b="0" lang="en-IN" sz="4400" spc="-1" strike="noStrike">
                <a:solidFill>
                  <a:srgbClr val="000000"/>
                </a:solidFill>
                <a:latin typeface="comic"/>
                <a:ea typeface="DejaVu Sans"/>
              </a:rPr>
              <a:t> junit5.</a:t>
            </a:r>
            <a:r>
              <a:rPr b="0" lang="en-IN" sz="1400" spc="-1" strike="noStrike">
                <a:solidFill>
                  <a:srgbClr val="000000"/>
                </a:solidFill>
                <a:latin typeface="comic"/>
                <a:ea typeface="DejaVu Sans"/>
              </a:rPr>
              <a:t>x</a:t>
            </a:r>
            <a:br/>
            <a:r>
              <a:rPr b="0" lang="en-IN" sz="2700" spc="-1" strike="noStrike">
                <a:solidFill>
                  <a:srgbClr val="000000"/>
                </a:solidFill>
                <a:latin typeface="Calibri Light"/>
                <a:ea typeface="DejaVu Sans"/>
              </a:rPr>
              <a:t>Annotation names difference</a:t>
            </a:r>
            <a:br/>
            <a:endParaRPr b="0" lang="en-IN" sz="2700" spc="-1" strike="noStrike">
              <a:latin typeface="Arial"/>
            </a:endParaRPr>
          </a:p>
        </p:txBody>
      </p:sp>
      <p:graphicFrame>
        <p:nvGraphicFramePr>
          <p:cNvPr id="196" name="Table 2"/>
          <p:cNvGraphicFramePr/>
          <p:nvPr/>
        </p:nvGraphicFramePr>
        <p:xfrm>
          <a:off x="838080" y="1825560"/>
          <a:ext cx="10515240" cy="2966040"/>
        </p:xfrm>
        <a:graphic>
          <a:graphicData uri="http://schemas.openxmlformats.org/drawingml/2006/table">
            <a:tbl>
              <a:tblPr/>
              <a:tblGrid>
                <a:gridCol w="5257800"/>
                <a:gridCol w="5257800"/>
              </a:tblGrid>
              <a:tr h="370800">
                <a:tc>
                  <a:txBody>
                    <a:bodyPr>
                      <a:noAutofit/>
                    </a:bodyPr>
                    <a:p>
                      <a:pPr algn="ctr">
                        <a:lnSpc>
                          <a:spcPct val="100000"/>
                        </a:lnSpc>
                      </a:pPr>
                      <a:r>
                        <a:rPr b="1" lang="en-IN" sz="1800" spc="-1" strike="noStrike">
                          <a:solidFill>
                            <a:srgbClr val="ffffff"/>
                          </a:solidFill>
                          <a:latin typeface="Calibri"/>
                        </a:rPr>
                        <a:t>Junit4</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4472c4"/>
                    </a:solidFill>
                  </a:tcPr>
                </a:tc>
                <a:tc>
                  <a:txBody>
                    <a:bodyPr>
                      <a:noAutofit/>
                    </a:bodyPr>
                    <a:p>
                      <a:pPr algn="ctr">
                        <a:lnSpc>
                          <a:spcPct val="100000"/>
                        </a:lnSpc>
                      </a:pPr>
                      <a:r>
                        <a:rPr b="1" lang="en-IN" sz="1800" spc="-1" strike="noStrike">
                          <a:solidFill>
                            <a:srgbClr val="ffffff"/>
                          </a:solidFill>
                          <a:latin typeface="Calibri"/>
                        </a:rPr>
                        <a:t>Junit5</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4472c4"/>
                    </a:solidFill>
                  </a:tcPr>
                </a:tc>
              </a:tr>
              <a:tr h="370800">
                <a:tc>
                  <a:txBody>
                    <a:bodyPr>
                      <a:noAutofit/>
                    </a:bodyPr>
                    <a:p>
                      <a:pPr algn="ctr">
                        <a:lnSpc>
                          <a:spcPct val="100000"/>
                        </a:lnSpc>
                      </a:pPr>
                      <a:r>
                        <a:rPr b="0" lang="en-IN" sz="1800" spc="-1" strike="noStrike">
                          <a:solidFill>
                            <a:srgbClr val="000000"/>
                          </a:solidFill>
                          <a:latin typeface="Calibri"/>
                        </a:rPr>
                        <a:t>@Before</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c>
                  <a:txBody>
                    <a:bodyPr>
                      <a:noAutofit/>
                    </a:bodyPr>
                    <a:p>
                      <a:pPr algn="ctr">
                        <a:lnSpc>
                          <a:spcPct val="100000"/>
                        </a:lnSpc>
                      </a:pPr>
                      <a:r>
                        <a:rPr b="0" lang="en-IN" sz="1800" spc="-1" strike="noStrike">
                          <a:solidFill>
                            <a:srgbClr val="000000"/>
                          </a:solidFill>
                          <a:latin typeface="Calibri"/>
                        </a:rPr>
                        <a:t>@BeforEach</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r>
              <a:tr h="370800">
                <a:tc>
                  <a:txBody>
                    <a:bodyPr>
                      <a:noAutofit/>
                    </a:bodyPr>
                    <a:p>
                      <a:pPr algn="ctr">
                        <a:lnSpc>
                          <a:spcPct val="100000"/>
                        </a:lnSpc>
                      </a:pPr>
                      <a:r>
                        <a:rPr b="0" lang="en-IN" sz="1800" spc="-1" strike="noStrike">
                          <a:solidFill>
                            <a:srgbClr val="000000"/>
                          </a:solidFill>
                          <a:latin typeface="Calibri"/>
                        </a:rPr>
                        <a:t>@After</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tc>
                  <a:txBody>
                    <a:bodyPr>
                      <a:noAutofit/>
                    </a:bodyPr>
                    <a:p>
                      <a:pPr algn="ctr">
                        <a:lnSpc>
                          <a:spcPct val="100000"/>
                        </a:lnSpc>
                      </a:pPr>
                      <a:r>
                        <a:rPr b="0" lang="en-IN" sz="1800" spc="-1" strike="noStrike">
                          <a:solidFill>
                            <a:srgbClr val="000000"/>
                          </a:solidFill>
                          <a:latin typeface="Calibri"/>
                        </a:rPr>
                        <a:t>@AfterEach</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tr>
              <a:tr h="370800">
                <a:tc>
                  <a:txBody>
                    <a:bodyPr>
                      <a:noAutofit/>
                    </a:bodyPr>
                    <a:p>
                      <a:pPr algn="ctr">
                        <a:lnSpc>
                          <a:spcPct val="100000"/>
                        </a:lnSpc>
                      </a:pPr>
                      <a:r>
                        <a:rPr b="0" lang="en-IN" sz="1800" spc="-1" strike="noStrike">
                          <a:solidFill>
                            <a:srgbClr val="000000"/>
                          </a:solidFill>
                          <a:latin typeface="Calibri"/>
                        </a:rPr>
                        <a:t>@BeforClass</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c>
                  <a:txBody>
                    <a:bodyPr>
                      <a:noAutofit/>
                    </a:bodyPr>
                    <a:p>
                      <a:pPr algn="ctr">
                        <a:lnSpc>
                          <a:spcPct val="100000"/>
                        </a:lnSpc>
                      </a:pPr>
                      <a:r>
                        <a:rPr b="0" lang="en-IN" sz="1800" spc="-1" strike="noStrike">
                          <a:solidFill>
                            <a:srgbClr val="000000"/>
                          </a:solidFill>
                          <a:latin typeface="Calibri"/>
                        </a:rPr>
                        <a:t>@BeforAll</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r>
              <a:tr h="370800">
                <a:tc>
                  <a:txBody>
                    <a:bodyPr>
                      <a:noAutofit/>
                    </a:bodyPr>
                    <a:p>
                      <a:pPr algn="ctr">
                        <a:lnSpc>
                          <a:spcPct val="100000"/>
                        </a:lnSpc>
                      </a:pPr>
                      <a:r>
                        <a:rPr b="0" lang="en-IN" sz="1800" spc="-1" strike="noStrike">
                          <a:solidFill>
                            <a:srgbClr val="000000"/>
                          </a:solidFill>
                          <a:latin typeface="Calibri"/>
                        </a:rPr>
                        <a:t>@AfterClass</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tc>
                  <a:txBody>
                    <a:bodyPr>
                      <a:noAutofit/>
                    </a:bodyPr>
                    <a:p>
                      <a:pPr algn="ctr">
                        <a:lnSpc>
                          <a:spcPct val="100000"/>
                        </a:lnSpc>
                      </a:pPr>
                      <a:r>
                        <a:rPr b="0" lang="en-IN" sz="1800" spc="-1" strike="noStrike">
                          <a:solidFill>
                            <a:srgbClr val="000000"/>
                          </a:solidFill>
                          <a:latin typeface="Calibri"/>
                        </a:rPr>
                        <a:t>@AfterAll</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tr>
              <a:tr h="370800">
                <a:tc>
                  <a:txBody>
                    <a:bodyPr>
                      <a:noAutofit/>
                    </a:bodyPr>
                    <a:p>
                      <a:pPr algn="ctr">
                        <a:lnSpc>
                          <a:spcPct val="100000"/>
                        </a:lnSpc>
                      </a:pPr>
                      <a:r>
                        <a:rPr b="0" lang="en-IN" sz="1800" spc="-1" strike="noStrike">
                          <a:solidFill>
                            <a:srgbClr val="000000"/>
                          </a:solidFill>
                          <a:latin typeface="Calibri"/>
                        </a:rPr>
                        <a:t>@Ignore</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c>
                  <a:txBody>
                    <a:bodyPr>
                      <a:noAutofit/>
                    </a:bodyPr>
                    <a:p>
                      <a:pPr algn="ctr">
                        <a:lnSpc>
                          <a:spcPct val="100000"/>
                        </a:lnSpc>
                      </a:pPr>
                      <a:r>
                        <a:rPr b="0" lang="en-IN" sz="1800" spc="-1" strike="noStrike">
                          <a:solidFill>
                            <a:srgbClr val="000000"/>
                          </a:solidFill>
                          <a:latin typeface="Calibri"/>
                        </a:rPr>
                        <a:t>@Disabled</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r>
              <a:tr h="370800">
                <a:tc>
                  <a:txBody>
                    <a:bodyPr>
                      <a:noAutofit/>
                    </a:bodyPr>
                    <a:p>
                      <a:pPr algn="ctr">
                        <a:lnSpc>
                          <a:spcPct val="100000"/>
                        </a:lnSpc>
                      </a:pPr>
                      <a:r>
                        <a:rPr b="0" lang="en-IN" sz="1800" spc="-1" strike="noStrike">
                          <a:solidFill>
                            <a:srgbClr val="000000"/>
                          </a:solidFill>
                          <a:latin typeface="Calibri"/>
                        </a:rPr>
                        <a:t>@Category</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tc>
                  <a:txBody>
                    <a:bodyPr>
                      <a:noAutofit/>
                    </a:bodyPr>
                    <a:p>
                      <a:pPr algn="ctr">
                        <a:lnSpc>
                          <a:spcPct val="100000"/>
                        </a:lnSpc>
                      </a:pPr>
                      <a:r>
                        <a:rPr b="0" lang="en-IN" sz="1800" spc="-1" strike="noStrike">
                          <a:solidFill>
                            <a:srgbClr val="000000"/>
                          </a:solidFill>
                          <a:latin typeface="Calibri"/>
                        </a:rPr>
                        <a:t>@Nested</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tr>
              <a:tr h="370800">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CustomShape 1"/>
          <p:cNvSpPr/>
          <p:nvPr/>
        </p:nvSpPr>
        <p:spPr>
          <a:xfrm>
            <a:off x="838080" y="365040"/>
            <a:ext cx="10514160" cy="1324080"/>
          </a:xfrm>
          <a:prstGeom prst="rect">
            <a:avLst/>
          </a:prstGeom>
          <a:solidFill>
            <a:srgbClr val="e2f0d9"/>
          </a:solidFill>
          <a:ln>
            <a:noFill/>
          </a:ln>
        </p:spPr>
        <p:style>
          <a:lnRef idx="0"/>
          <a:fillRef idx="0"/>
          <a:effectRef idx="0"/>
          <a:fontRef idx="minor"/>
        </p:style>
        <p:txBody>
          <a:bodyPr lIns="90000" rIns="90000" tIns="45000" bIns="45000" anchor="ctr">
            <a:normAutofit/>
          </a:bodyPr>
          <a:p>
            <a:pPr algn="ctr">
              <a:lnSpc>
                <a:spcPct val="90000"/>
              </a:lnSpc>
            </a:pPr>
            <a:r>
              <a:rPr b="0" lang="en-IN" sz="4400" spc="-1" strike="noStrike">
                <a:solidFill>
                  <a:srgbClr val="000000"/>
                </a:solidFill>
                <a:latin typeface="comic"/>
                <a:ea typeface="DejaVu Sans"/>
              </a:rPr>
              <a:t>New features/annotations in junit5.</a:t>
            </a:r>
            <a:r>
              <a:rPr b="0" lang="en-IN" sz="1400" spc="-1" strike="noStrike">
                <a:solidFill>
                  <a:srgbClr val="000000"/>
                </a:solidFill>
                <a:latin typeface="comic"/>
                <a:ea typeface="DejaVu Sans"/>
              </a:rPr>
              <a:t>x</a:t>
            </a:r>
            <a:endParaRPr b="0" lang="en-IN" sz="1400" spc="-1" strike="noStrike">
              <a:latin typeface="Arial"/>
            </a:endParaRPr>
          </a:p>
        </p:txBody>
      </p:sp>
      <p:sp>
        <p:nvSpPr>
          <p:cNvPr id="198" name="CustomShape 2"/>
          <p:cNvSpPr/>
          <p:nvPr/>
        </p:nvSpPr>
        <p:spPr>
          <a:xfrm>
            <a:off x="838080" y="1825560"/>
            <a:ext cx="10514160" cy="4349880"/>
          </a:xfrm>
          <a:prstGeom prst="rect">
            <a:avLst/>
          </a:prstGeom>
          <a:noFill/>
          <a:ln>
            <a:noFill/>
          </a:ln>
        </p:spPr>
        <p:style>
          <a:lnRef idx="0"/>
          <a:fillRef idx="0"/>
          <a:effectRef idx="0"/>
          <a:fontRef idx="minor"/>
        </p:style>
        <p:txBody>
          <a:bodyPr lIns="90000" rIns="90000" tIns="45000" bIns="45000">
            <a:noAutofit/>
          </a:bodyPr>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@TestFactory</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@Nested</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@ExtendWith</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New way to test exceptions</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Calibri"/>
                <a:ea typeface="DejaVu Sans"/>
              </a:rPr>
              <a:t>@SelectPackages and @SelectClasses</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CustomShape 1"/>
          <p:cNvSpPr/>
          <p:nvPr/>
        </p:nvSpPr>
        <p:spPr>
          <a:xfrm>
            <a:off x="792000" y="1848600"/>
            <a:ext cx="8604720" cy="1750680"/>
          </a:xfrm>
          <a:prstGeom prst="rect">
            <a:avLst/>
          </a:prstGeom>
          <a:noFill/>
          <a:ln>
            <a:noFill/>
          </a:ln>
        </p:spPr>
        <p:style>
          <a:lnRef idx="0"/>
          <a:fillRef idx="0"/>
          <a:effectRef idx="0"/>
          <a:fontRef idx="minor"/>
        </p:style>
        <p:txBody>
          <a:bodyPr lIns="90000" rIns="90000" tIns="45000" bIns="45000">
            <a:noAutofit/>
          </a:bodyPr>
          <a:p>
            <a:pPr marL="216000" indent="-215280">
              <a:lnSpc>
                <a:spcPct val="100000"/>
              </a:lnSpc>
              <a:buClr>
                <a:srgbClr val="000000"/>
              </a:buClr>
              <a:buSzPct val="45000"/>
              <a:buFont typeface="Wingdings" charset="2"/>
              <a:buChar char=""/>
            </a:pPr>
            <a:r>
              <a:rPr b="0" lang="en-US" sz="2800" spc="-1" strike="noStrike">
                <a:solidFill>
                  <a:srgbClr val="000000"/>
                </a:solidFill>
                <a:latin typeface="Palatino Linotype"/>
                <a:ea typeface="DejaVu Sans"/>
              </a:rPr>
              <a:t>Any class that contains at least on test method</a:t>
            </a:r>
            <a:endParaRPr b="0" lang="en-IN" sz="2800" spc="-1" strike="noStrike">
              <a:latin typeface="Arial"/>
            </a:endParaRPr>
          </a:p>
          <a:p>
            <a:pPr marL="216000" indent="-215280">
              <a:lnSpc>
                <a:spcPct val="100000"/>
              </a:lnSpc>
              <a:buClr>
                <a:srgbClr val="000000"/>
              </a:buClr>
              <a:buSzPct val="45000"/>
              <a:buFont typeface="Wingdings" charset="2"/>
              <a:buChar char=""/>
            </a:pPr>
            <a:r>
              <a:rPr b="1" i="1" lang="en-US" sz="2800" spc="-1" strike="noStrike">
                <a:solidFill>
                  <a:srgbClr val="000000"/>
                </a:solidFill>
                <a:latin typeface="Palatino Linotype"/>
                <a:ea typeface="DejaVu Sans"/>
              </a:rPr>
              <a:t>Test classes </a:t>
            </a:r>
            <a:r>
              <a:rPr b="1" i="1" lang="en-US" sz="2800" spc="-1" strike="noStrike">
                <a:solidFill>
                  <a:srgbClr val="ff0000"/>
                </a:solidFill>
                <a:latin typeface="Palatino Linotype"/>
                <a:ea typeface="DejaVu Sans"/>
              </a:rPr>
              <a:t>must not be abstract </a:t>
            </a:r>
            <a:r>
              <a:rPr b="1" i="1" lang="en-US" sz="2800" spc="-1" strike="noStrike">
                <a:solidFill>
                  <a:srgbClr val="000000"/>
                </a:solidFill>
                <a:latin typeface="Palatino Linotype"/>
                <a:ea typeface="DejaVu Sans"/>
              </a:rPr>
              <a:t>and </a:t>
            </a:r>
            <a:endParaRPr b="0" lang="en-IN" sz="2800" spc="-1" strike="noStrike">
              <a:latin typeface="Arial"/>
            </a:endParaRPr>
          </a:p>
          <a:p>
            <a:pPr marL="216000" indent="-215280">
              <a:lnSpc>
                <a:spcPct val="100000"/>
              </a:lnSpc>
              <a:buClr>
                <a:srgbClr val="000000"/>
              </a:buClr>
              <a:buSzPct val="45000"/>
              <a:buFont typeface="Wingdings" charset="2"/>
              <a:buChar char=""/>
            </a:pPr>
            <a:r>
              <a:rPr b="1" i="1" lang="en-US" sz="2800" spc="-1" strike="noStrike">
                <a:solidFill>
                  <a:srgbClr val="000000"/>
                </a:solidFill>
                <a:latin typeface="Palatino Linotype"/>
                <a:ea typeface="DejaVu Sans"/>
              </a:rPr>
              <a:t>must </a:t>
            </a:r>
            <a:r>
              <a:rPr b="1" i="1" lang="en-US" sz="2800" spc="-1" strike="noStrike">
                <a:solidFill>
                  <a:srgbClr val="ff0000"/>
                </a:solidFill>
                <a:latin typeface="Palatino Linotype"/>
                <a:ea typeface="DejaVu Sans"/>
              </a:rPr>
              <a:t>have a single constructor</a:t>
            </a:r>
            <a:r>
              <a:rPr b="1" i="1" lang="en-US" sz="2800" spc="-1" strike="noStrike">
                <a:solidFill>
                  <a:srgbClr val="000000"/>
                </a:solidFill>
                <a:latin typeface="Palatino Linotype"/>
                <a:ea typeface="DejaVu Sans"/>
              </a:rPr>
              <a:t>.</a:t>
            </a:r>
            <a:endParaRPr b="0" lang="en-IN" sz="2800" spc="-1" strike="noStrike">
              <a:latin typeface="Arial"/>
            </a:endParaRPr>
          </a:p>
        </p:txBody>
      </p:sp>
      <p:sp>
        <p:nvSpPr>
          <p:cNvPr id="200" name="CustomShape 2"/>
          <p:cNvSpPr/>
          <p:nvPr/>
        </p:nvSpPr>
        <p:spPr>
          <a:xfrm>
            <a:off x="792000" y="360000"/>
            <a:ext cx="4823280" cy="139428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4400" spc="-1" strike="noStrike" u="sng">
                <a:solidFill>
                  <a:srgbClr val="000000"/>
                </a:solidFill>
                <a:uFillTx/>
                <a:latin typeface="comic"/>
                <a:ea typeface="DejaVu Sans"/>
              </a:rPr>
              <a:t>Test Class</a:t>
            </a:r>
            <a:endParaRPr b="0" lang="en-IN" sz="4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Few points to note</a:t>
            </a:r>
            <a:r>
              <a:rPr b="1" lang="en-IN" sz="4400" spc="-1" strike="noStrike" u="sng">
                <a:solidFill>
                  <a:srgbClr val="000000"/>
                </a:solidFill>
                <a:uFillTx/>
                <a:latin typeface="comic"/>
                <a:ea typeface="DejaVu Sans"/>
              </a:rPr>
              <a:t>	</a:t>
            </a:r>
            <a:endParaRPr b="0" lang="en-IN" sz="4400" spc="-1" strike="noStrike">
              <a:latin typeface="Arial"/>
            </a:endParaRPr>
          </a:p>
        </p:txBody>
      </p:sp>
      <p:sp>
        <p:nvSpPr>
          <p:cNvPr id="202"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test methods and lifecycle methods </a:t>
            </a:r>
            <a:r>
              <a:rPr b="0" lang="en-US" sz="2800" spc="-1" strike="noStrike">
                <a:solidFill>
                  <a:srgbClr val="ff0000"/>
                </a:solidFill>
                <a:latin typeface="Palatino Linotype"/>
                <a:ea typeface="DejaVu Sans"/>
              </a:rPr>
              <a:t>must not be abstract </a:t>
            </a:r>
            <a:r>
              <a:rPr b="0" lang="en-US" sz="2800" spc="-1" strike="noStrike">
                <a:solidFill>
                  <a:srgbClr val="000000"/>
                </a:solidFill>
                <a:latin typeface="Palatino Linotype"/>
                <a:ea typeface="DejaVu Sans"/>
              </a:rPr>
              <a:t>and </a:t>
            </a:r>
            <a:r>
              <a:rPr b="0" lang="en-US" sz="2800" spc="-1" strike="noStrike">
                <a:solidFill>
                  <a:srgbClr val="ff0000"/>
                </a:solidFill>
                <a:latin typeface="Palatino Linotype"/>
                <a:ea typeface="DejaVu Sans"/>
              </a:rPr>
              <a:t>must not return a value</a:t>
            </a:r>
            <a:r>
              <a:rPr b="0" lang="en-US" sz="2800" spc="-1" strike="noStrike">
                <a:solidFill>
                  <a:srgbClr val="000000"/>
                </a:solidFill>
                <a:latin typeface="Palatino Linotype"/>
                <a:ea typeface="DejaVu Sans"/>
              </a:rPr>
              <a:t>.</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Test classes, test methods, and lifecycle methods are </a:t>
            </a:r>
            <a:r>
              <a:rPr b="0" lang="en-US" sz="2800" spc="-1" strike="noStrike">
                <a:solidFill>
                  <a:srgbClr val="ff0000"/>
                </a:solidFill>
                <a:latin typeface="Palatino Linotype"/>
                <a:ea typeface="DejaVu Sans"/>
              </a:rPr>
              <a:t>not required to be public</a:t>
            </a:r>
            <a:r>
              <a:rPr b="0" lang="en-US" sz="2800" spc="-1" strike="noStrike">
                <a:solidFill>
                  <a:srgbClr val="000000"/>
                </a:solidFill>
                <a:latin typeface="Palatino Linotype"/>
                <a:ea typeface="DejaVu Sans"/>
              </a:rPr>
              <a:t>, but </a:t>
            </a:r>
            <a:r>
              <a:rPr b="0" lang="en-US" sz="2800" spc="-1" strike="noStrike">
                <a:solidFill>
                  <a:srgbClr val="ff0000"/>
                </a:solidFill>
                <a:latin typeface="Palatino Linotype"/>
                <a:ea typeface="DejaVu Sans"/>
              </a:rPr>
              <a:t>they must not be private</a:t>
            </a:r>
            <a:r>
              <a:rPr b="0" lang="en-US" sz="2800" spc="-1" strike="noStrike">
                <a:solidFill>
                  <a:srgbClr val="000000"/>
                </a:solidFill>
                <a:latin typeface="Palatino Linotype"/>
                <a:ea typeface="DejaVu Sans"/>
              </a:rPr>
              <a:t>.</a:t>
            </a: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48" dur="indefinite" restart="never" nodeType="tmRoot">
          <p:childTnLst>
            <p:seq>
              <p:cTn id="49" dur="indefinite" nodeType="mainSeq">
                <p:childTnLst>
                  <p:par>
                    <p:cTn id="50" fill="hold">
                      <p:stCondLst>
                        <p:cond delay="indefinite"/>
                      </p:stCondLst>
                      <p:childTnLst>
                        <p:par>
                          <p:cTn id="51" fill="hold">
                            <p:stCondLst>
                              <p:cond delay="0"/>
                            </p:stCondLst>
                            <p:childTnLst>
                              <p:par>
                                <p:cTn id="52" nodeType="clickEffect" fill="hold" presetClass="entr" presetID="42">
                                  <p:stCondLst>
                                    <p:cond delay="0"/>
                                  </p:stCondLst>
                                  <p:childTnLst>
                                    <p:set>
                                      <p:cBhvr>
                                        <p:cTn id="53" dur="1" fill="hold">
                                          <p:stCondLst>
                                            <p:cond delay="0"/>
                                          </p:stCondLst>
                                        </p:cTn>
                                        <p:tgtEl>
                                          <p:spTgt spid="202"/>
                                        </p:tgtEl>
                                        <p:attrNameLst>
                                          <p:attrName>style.visibility</p:attrName>
                                        </p:attrNameLst>
                                      </p:cBhvr>
                                      <p:to>
                                        <p:strVal val="visible"/>
                                      </p:to>
                                    </p:set>
                                    <p:animEffect filter="fade" transition="in">
                                      <p:cBhvr additive="repl">
                                        <p:cTn id="54" dur="1000"/>
                                        <p:tgtEl>
                                          <p:spTgt spid="202"/>
                                        </p:tgtEl>
                                      </p:cBhvr>
                                    </p:animEffect>
                                    <p:anim calcmode="lin" valueType="num">
                                      <p:cBhvr additive="repl">
                                        <p:cTn id="55" dur="1000" fill="hold"/>
                                        <p:tgtEl>
                                          <p:spTgt spid="202"/>
                                        </p:tgtEl>
                                        <p:attrNameLst>
                                          <p:attrName>ppt_x</p:attrName>
                                        </p:attrNameLst>
                                      </p:cBhvr>
                                      <p:tavLst>
                                        <p:tav tm="0">
                                          <p:val>
                                            <p:strVal val="#ppt_x"/>
                                          </p:val>
                                        </p:tav>
                                        <p:tav tm="100000">
                                          <p:val>
                                            <p:strVal val="#ppt_x"/>
                                          </p:val>
                                        </p:tav>
                                      </p:tavLst>
                                    </p:anim>
                                    <p:anim calcmode="lin" valueType="num">
                                      <p:cBhvr additive="repl">
                                        <p:cTn id="56" dur="1000" fill="hold"/>
                                        <p:tgtEl>
                                          <p:spTgt spid="20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42">
                                  <p:stCondLst>
                                    <p:cond delay="0"/>
                                  </p:stCondLst>
                                  <p:childTnLst>
                                    <p:set>
                                      <p:cBhvr>
                                        <p:cTn id="60" dur="1" fill="hold">
                                          <p:stCondLst>
                                            <p:cond delay="0"/>
                                          </p:stCondLst>
                                        </p:cTn>
                                        <p:tgtEl>
                                          <p:spTgt spid="202">
                                            <p:txEl>
                                              <p:pRg st="0" end="0"/>
                                            </p:txEl>
                                          </p:spTgt>
                                        </p:tgtEl>
                                        <p:attrNameLst>
                                          <p:attrName>style.visibility</p:attrName>
                                        </p:attrNameLst>
                                      </p:cBhvr>
                                      <p:to>
                                        <p:strVal val="visible"/>
                                      </p:to>
                                    </p:set>
                                    <p:animEffect filter="fade" transition="in">
                                      <p:cBhvr additive="repl">
                                        <p:cTn id="61" dur="1000"/>
                                        <p:tgtEl>
                                          <p:spTgt spid="202">
                                            <p:txEl>
                                              <p:pRg st="0" end="0"/>
                                            </p:txEl>
                                          </p:spTgt>
                                        </p:tgtEl>
                                      </p:cBhvr>
                                    </p:animEffect>
                                    <p:anim calcmode="lin" valueType="num">
                                      <p:cBhvr additive="repl">
                                        <p:cTn id="62" dur="1000" fill="hold"/>
                                        <p:tgtEl>
                                          <p:spTgt spid="202">
                                            <p:txEl>
                                              <p:pRg st="0" end="0"/>
                                            </p:txEl>
                                          </p:spTgt>
                                        </p:tgtEl>
                                        <p:attrNameLst>
                                          <p:attrName>ppt_x</p:attrName>
                                        </p:attrNameLst>
                                      </p:cBhvr>
                                      <p:tavLst>
                                        <p:tav tm="0">
                                          <p:val>
                                            <p:strVal val="#ppt_x"/>
                                          </p:val>
                                        </p:tav>
                                        <p:tav tm="100000">
                                          <p:val>
                                            <p:strVal val="#ppt_x"/>
                                          </p:val>
                                        </p:tav>
                                      </p:tavLst>
                                    </p:anim>
                                    <p:anim calcmode="lin" valueType="num">
                                      <p:cBhvr additive="repl">
                                        <p:cTn id="63" dur="1000" fill="hold"/>
                                        <p:tgtEl>
                                          <p:spTgt spid="20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42">
                                  <p:stCondLst>
                                    <p:cond delay="0"/>
                                  </p:stCondLst>
                                  <p:childTnLst>
                                    <p:set>
                                      <p:cBhvr>
                                        <p:cTn id="67" dur="1" fill="hold">
                                          <p:stCondLst>
                                            <p:cond delay="0"/>
                                          </p:stCondLst>
                                        </p:cTn>
                                        <p:tgtEl>
                                          <p:spTgt spid="202">
                                            <p:txEl>
                                              <p:pRg st="1" end="1"/>
                                            </p:txEl>
                                          </p:spTgt>
                                        </p:tgtEl>
                                        <p:attrNameLst>
                                          <p:attrName>style.visibility</p:attrName>
                                        </p:attrNameLst>
                                      </p:cBhvr>
                                      <p:to>
                                        <p:strVal val="visible"/>
                                      </p:to>
                                    </p:set>
                                    <p:animEffect filter="fade" transition="in">
                                      <p:cBhvr additive="repl">
                                        <p:cTn id="68" dur="1000"/>
                                        <p:tgtEl>
                                          <p:spTgt spid="202">
                                            <p:txEl>
                                              <p:pRg st="1" end="1"/>
                                            </p:txEl>
                                          </p:spTgt>
                                        </p:tgtEl>
                                      </p:cBhvr>
                                    </p:animEffect>
                                    <p:anim calcmode="lin" valueType="num">
                                      <p:cBhvr additive="repl">
                                        <p:cTn id="69" dur="1000" fill="hold"/>
                                        <p:tgtEl>
                                          <p:spTgt spid="202">
                                            <p:txEl>
                                              <p:pRg st="1" end="1"/>
                                            </p:txEl>
                                          </p:spTgt>
                                        </p:tgtEl>
                                        <p:attrNameLst>
                                          <p:attrName>ppt_x</p:attrName>
                                        </p:attrNameLst>
                                      </p:cBhvr>
                                      <p:tavLst>
                                        <p:tav tm="0">
                                          <p:val>
                                            <p:strVal val="#ppt_x"/>
                                          </p:val>
                                        </p:tav>
                                        <p:tav tm="100000">
                                          <p:val>
                                            <p:strVal val="#ppt_x"/>
                                          </p:val>
                                        </p:tav>
                                      </p:tavLst>
                                    </p:anim>
                                    <p:anim calcmode="lin" valueType="num">
                                      <p:cBhvr additive="repl">
                                        <p:cTn id="70" dur="1000" fill="hold"/>
                                        <p:tgtEl>
                                          <p:spTgt spid="20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Examples test cases</a:t>
            </a:r>
            <a:endParaRPr b="0" lang="en-IN" sz="4400" spc="-1" strike="noStrike">
              <a:latin typeface="Arial"/>
            </a:endParaRPr>
          </a:p>
        </p:txBody>
      </p:sp>
      <p:pic>
        <p:nvPicPr>
          <p:cNvPr id="204" name="" descr=""/>
          <p:cNvPicPr/>
          <p:nvPr/>
        </p:nvPicPr>
        <p:blipFill>
          <a:blip r:embed="rId1"/>
          <a:stretch/>
        </p:blipFill>
        <p:spPr>
          <a:xfrm>
            <a:off x="682920" y="1632600"/>
            <a:ext cx="3781080" cy="1247400"/>
          </a:xfrm>
          <a:prstGeom prst="rect">
            <a:avLst/>
          </a:prstGeom>
          <a:ln>
            <a:noFill/>
          </a:ln>
        </p:spPr>
      </p:pic>
      <p:pic>
        <p:nvPicPr>
          <p:cNvPr id="205" name="" descr=""/>
          <p:cNvPicPr/>
          <p:nvPr/>
        </p:nvPicPr>
        <p:blipFill>
          <a:blip r:embed="rId2"/>
          <a:stretch/>
        </p:blipFill>
        <p:spPr>
          <a:xfrm>
            <a:off x="5052600" y="1440000"/>
            <a:ext cx="5819400" cy="480024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Some Important Annotations</a:t>
            </a:r>
            <a:endParaRPr b="0" lang="en-IN" sz="4400" spc="-1" strike="noStrike">
              <a:latin typeface="Arial"/>
            </a:endParaRPr>
          </a:p>
        </p:txBody>
      </p:sp>
      <p:sp>
        <p:nvSpPr>
          <p:cNvPr id="207" name="TextShape 2"/>
          <p:cNvSpPr txBox="1"/>
          <p:nvPr/>
        </p:nvSpPr>
        <p:spPr>
          <a:xfrm>
            <a:off x="1296000" y="2088000"/>
            <a:ext cx="2314440" cy="2905920"/>
          </a:xfrm>
          <a:prstGeom prst="rect">
            <a:avLst/>
          </a:prstGeom>
          <a:noFill/>
          <a:ln>
            <a:noFill/>
          </a:ln>
        </p:spPr>
        <p:txBody>
          <a:bodyPr lIns="90000" rIns="90000" tIns="45000" bIns="45000">
            <a:noAutofit/>
          </a:bodyPr>
          <a:p>
            <a:r>
              <a:rPr b="0" lang="en-IN" sz="1800" spc="-1" strike="noStrike">
                <a:latin typeface="Arial"/>
              </a:rPr>
              <a:t>@Test</a:t>
            </a:r>
            <a:endParaRPr b="0" lang="en-IN" sz="1800" spc="-1" strike="noStrike">
              <a:latin typeface="Arial"/>
            </a:endParaRPr>
          </a:p>
          <a:p>
            <a:r>
              <a:rPr b="0" lang="en-IN" sz="1800" spc="-1" strike="noStrike">
                <a:latin typeface="Arial"/>
              </a:rPr>
              <a:t>@DisplayName</a:t>
            </a:r>
            <a:endParaRPr b="0" lang="en-IN" sz="1800" spc="-1" strike="noStrike">
              <a:latin typeface="Arial"/>
            </a:endParaRPr>
          </a:p>
          <a:p>
            <a:r>
              <a:rPr b="0" lang="en-IN" sz="1800" spc="-1" strike="noStrike">
                <a:latin typeface="Arial"/>
              </a:rPr>
              <a:t>@BeforeEach</a:t>
            </a:r>
            <a:endParaRPr b="0" lang="en-IN" sz="1800" spc="-1" strike="noStrike">
              <a:latin typeface="Arial"/>
            </a:endParaRPr>
          </a:p>
          <a:p>
            <a:r>
              <a:rPr b="0" lang="en-IN" sz="1800" spc="-1" strike="noStrike">
                <a:latin typeface="Arial"/>
              </a:rPr>
              <a:t>@AfterEach</a:t>
            </a:r>
            <a:endParaRPr b="0" lang="en-IN" sz="1800" spc="-1" strike="noStrike">
              <a:latin typeface="Arial"/>
            </a:endParaRPr>
          </a:p>
          <a:p>
            <a:r>
              <a:rPr b="0" lang="en-IN" sz="1800" spc="-1" strike="noStrike">
                <a:latin typeface="Arial"/>
              </a:rPr>
              <a:t>@BeforeAl</a:t>
            </a:r>
            <a:endParaRPr b="0" lang="en-IN" sz="1800" spc="-1" strike="noStrike">
              <a:latin typeface="Arial"/>
            </a:endParaRPr>
          </a:p>
          <a:p>
            <a:r>
              <a:rPr b="0" lang="en-IN" sz="1800" spc="-1" strike="noStrike">
                <a:latin typeface="Arial"/>
              </a:rPr>
              <a:t>@AfterAll</a:t>
            </a:r>
            <a:endParaRPr b="0" lang="en-IN" sz="1800" spc="-1" strike="noStrike">
              <a:latin typeface="Arial"/>
            </a:endParaRPr>
          </a:p>
          <a:p>
            <a:r>
              <a:rPr b="0" lang="en-IN" sz="1800" spc="-1" strike="noStrike">
                <a:latin typeface="Arial"/>
              </a:rPr>
              <a:t>@Disable</a:t>
            </a:r>
            <a:endParaRPr b="0" lang="en-IN" sz="1800" spc="-1" strike="noStrike">
              <a:latin typeface="Arial"/>
            </a:endParaRPr>
          </a:p>
          <a:p>
            <a:r>
              <a:rPr b="0" lang="en-IN" sz="1800" spc="-1" strike="noStrike">
                <a:latin typeface="Arial"/>
              </a:rPr>
              <a:t>@TestMethodOrder</a:t>
            </a:r>
            <a:endParaRPr b="0" lang="en-IN" sz="1800" spc="-1" strike="noStrike">
              <a:latin typeface="Arial"/>
            </a:endParaRPr>
          </a:p>
          <a:p>
            <a:r>
              <a:rPr b="0" lang="en-IN" sz="1800" spc="-1" strike="noStrike">
                <a:latin typeface="Arial"/>
              </a:rPr>
              <a:t>@RepeatTest</a:t>
            </a:r>
            <a:endParaRPr b="0" lang="en-IN" sz="1800" spc="-1" strike="noStrike">
              <a:latin typeface="Arial"/>
            </a:endParaRPr>
          </a:p>
          <a:p>
            <a:r>
              <a:rPr b="0" lang="en-IN" sz="1800" spc="-1" strike="noStrike">
                <a:latin typeface="Arial"/>
              </a:rPr>
              <a:t>@Tag</a:t>
            </a:r>
            <a:endParaRPr b="0" lang="en-IN" sz="1800" spc="-1" strike="noStrike">
              <a:latin typeface="Arial"/>
            </a:endParaRPr>
          </a:p>
          <a:p>
            <a:r>
              <a:rPr b="0" lang="en-IN" sz="1800" spc="-1" strike="noStrike">
                <a:latin typeface="Arial"/>
              </a:rPr>
              <a:t>@ParameterizedTest</a:t>
            </a:r>
            <a:endParaRPr b="0" lang="en-IN" sz="1800" spc="-1" strike="noStrike">
              <a:latin typeface="Arial"/>
            </a:endParaRPr>
          </a:p>
        </p:txBody>
      </p:sp>
      <p:sp>
        <p:nvSpPr>
          <p:cNvPr id="208" name="TextShape 3"/>
          <p:cNvSpPr txBox="1"/>
          <p:nvPr/>
        </p:nvSpPr>
        <p:spPr>
          <a:xfrm>
            <a:off x="1296000" y="5109840"/>
            <a:ext cx="2442240" cy="1114200"/>
          </a:xfrm>
          <a:prstGeom prst="rect">
            <a:avLst/>
          </a:prstGeom>
          <a:noFill/>
          <a:ln>
            <a:noFill/>
          </a:ln>
        </p:spPr>
        <p:txBody>
          <a:bodyPr lIns="90000" rIns="90000" tIns="45000" bIns="45000">
            <a:noAutofit/>
          </a:bodyPr>
          <a:p>
            <a:pPr>
              <a:lnSpc>
                <a:spcPct val="100000"/>
              </a:lnSpc>
            </a:pPr>
            <a:endParaRPr b="0" lang="en-IN" sz="1800" spc="-1" strike="noStrike">
              <a:latin typeface="Arial"/>
              <a:ea typeface="Noto Sans CJK SC"/>
            </a:endParaRPr>
          </a:p>
          <a:p>
            <a:pPr>
              <a:lnSpc>
                <a:spcPct val="100000"/>
              </a:lnSpc>
            </a:pPr>
            <a:r>
              <a:rPr b="0" lang="en-IN" sz="1800" spc="-1" strike="noStrike">
                <a:latin typeface="Arial"/>
              </a:rPr>
              <a:t>@ParameterizedTest, </a:t>
            </a:r>
            <a:endParaRPr b="0" lang="en-IN" sz="1800" spc="-1" strike="noStrike">
              <a:latin typeface="Arial"/>
              <a:ea typeface="Noto Sans CJK SC"/>
            </a:endParaRPr>
          </a:p>
          <a:p>
            <a:pPr>
              <a:lnSpc>
                <a:spcPct val="100000"/>
              </a:lnSpc>
            </a:pPr>
            <a:r>
              <a:rPr b="0" lang="en-IN" sz="1800" spc="-1" strike="noStrike">
                <a:latin typeface="Arial"/>
              </a:rPr>
              <a:t>@TestFactory, or </a:t>
            </a:r>
            <a:endParaRPr b="0" lang="en-IN" sz="1800" spc="-1" strike="noStrike">
              <a:latin typeface="Arial"/>
              <a:ea typeface="Noto Sans CJK SC"/>
            </a:endParaRPr>
          </a:p>
          <a:p>
            <a:pPr>
              <a:lnSpc>
                <a:spcPct val="100000"/>
              </a:lnSpc>
            </a:pPr>
            <a:r>
              <a:rPr b="0" lang="en-IN" sz="1800" spc="-1" strike="noStrike">
                <a:latin typeface="Arial"/>
              </a:rPr>
              <a:t>@TestTemplate.</a:t>
            </a:r>
            <a:endParaRPr b="0" lang="en-IN" sz="1800" spc="-1" strike="noStrike">
              <a:latin typeface="Arial"/>
              <a:ea typeface="Noto Sans CJK SC"/>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Order annotation</a:t>
            </a:r>
            <a:endParaRPr b="0" lang="en-IN" sz="4400" spc="-1" strike="noStrike">
              <a:latin typeface="Arial"/>
            </a:endParaRPr>
          </a:p>
        </p:txBody>
      </p:sp>
      <p:pic>
        <p:nvPicPr>
          <p:cNvPr id="210" name="" descr=""/>
          <p:cNvPicPr/>
          <p:nvPr/>
        </p:nvPicPr>
        <p:blipFill>
          <a:blip r:embed="rId1"/>
          <a:stretch/>
        </p:blipFill>
        <p:spPr>
          <a:xfrm>
            <a:off x="4110840" y="1540800"/>
            <a:ext cx="4076280" cy="3838320"/>
          </a:xfrm>
          <a:prstGeom prst="rect">
            <a:avLst/>
          </a:prstGeom>
          <a:ln>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@TestMethodOrder</a:t>
            </a:r>
            <a:endParaRPr b="0" lang="en-IN" sz="4400" spc="-1" strike="noStrike">
              <a:latin typeface="Arial"/>
            </a:endParaRPr>
          </a:p>
        </p:txBody>
      </p:sp>
      <p:sp>
        <p:nvSpPr>
          <p:cNvPr id="212" name="TextShape 2"/>
          <p:cNvSpPr txBox="1"/>
          <p:nvPr/>
        </p:nvSpPr>
        <p:spPr>
          <a:xfrm>
            <a:off x="1296000" y="1872000"/>
            <a:ext cx="7797600" cy="1370160"/>
          </a:xfrm>
          <a:prstGeom prst="rect">
            <a:avLst/>
          </a:prstGeom>
          <a:noFill/>
          <a:ln>
            <a:noFill/>
          </a:ln>
        </p:spPr>
        <p:txBody>
          <a:bodyPr lIns="90000" rIns="90000" tIns="45000" bIns="45000">
            <a:noAutofit/>
          </a:bodyPr>
          <a:p>
            <a:r>
              <a:rPr b="0" lang="en-IN" sz="1800" spc="-1" strike="noStrike">
                <a:latin typeface="Arial"/>
              </a:rPr>
              <a:t>@TestMethodOrder : We can define multiple test </a:t>
            </a:r>
            <a:r>
              <a:rPr b="0" lang="en-IN" sz="1800" spc="-1" strike="noStrike">
                <a:latin typeface="Arial"/>
              </a:rPr>
              <a:t>methods inside Testcase.</a:t>
            </a:r>
            <a:endParaRPr b="0" lang="en-IN" sz="1800" spc="-1" strike="noStrike">
              <a:latin typeface="Arial"/>
            </a:endParaRPr>
          </a:p>
          <a:p>
            <a:r>
              <a:rPr b="0" lang="en-IN" sz="1800" spc="-1" strike="noStrike">
                <a:latin typeface="Arial"/>
              </a:rPr>
              <a:t> </a:t>
            </a:r>
            <a:r>
              <a:rPr b="0" lang="en-IN" sz="1800" spc="-1" strike="noStrike">
                <a:latin typeface="Arial"/>
              </a:rPr>
              <a:t>Those are executed in Random order by default.</a:t>
            </a:r>
            <a:endParaRPr b="0" lang="en-IN" sz="1800" spc="-1" strike="noStrike">
              <a:latin typeface="Arial"/>
            </a:endParaRPr>
          </a:p>
          <a:p>
            <a:endParaRPr b="0" lang="en-IN" sz="1800" spc="-1" strike="noStrike">
              <a:latin typeface="Arial"/>
            </a:endParaRPr>
          </a:p>
          <a:p>
            <a:r>
              <a:rPr b="0" lang="en-IN" sz="1800" spc="-1" strike="noStrike">
                <a:latin typeface="Arial"/>
              </a:rPr>
              <a:t>We can specify our own order using </a:t>
            </a:r>
            <a:r>
              <a:rPr b="0" lang="en-IN" sz="1800" spc="-1" strike="noStrike">
                <a:latin typeface="Arial"/>
              </a:rPr>
              <a:t>@TestMethodOrder + OrderAnnotation</a:t>
            </a:r>
            <a:endParaRPr b="0" lang="en-IN" sz="1800" spc="-1" strike="noStrike">
              <a:latin typeface="Arial"/>
            </a:endParaRPr>
          </a:p>
          <a:p>
            <a:r>
              <a:rPr b="0" lang="en-IN" sz="1800" spc="-1" strike="noStrike">
                <a:latin typeface="Arial"/>
              </a:rPr>
              <a:t>Here we need to provide @Order(number).</a:t>
            </a:r>
            <a:endParaRPr b="0" lang="en-IN" sz="1800" spc="-1" strike="noStrike">
              <a:latin typeface="Arial"/>
            </a:endParaRPr>
          </a:p>
        </p:txBody>
      </p:sp>
      <p:sp>
        <p:nvSpPr>
          <p:cNvPr id="213" name="TextShape 3"/>
          <p:cNvSpPr txBox="1"/>
          <p:nvPr/>
        </p:nvSpPr>
        <p:spPr>
          <a:xfrm>
            <a:off x="1440000" y="4896000"/>
            <a:ext cx="8616240" cy="1370160"/>
          </a:xfrm>
          <a:prstGeom prst="rect">
            <a:avLst/>
          </a:prstGeom>
          <a:noFill/>
          <a:ln>
            <a:noFill/>
          </a:ln>
        </p:spPr>
        <p:txBody>
          <a:bodyPr lIns="90000" rIns="90000" tIns="45000" bIns="45000">
            <a:noAutofit/>
          </a:bodyPr>
          <a:p>
            <a:endParaRPr b="0" lang="en-IN" sz="1800" spc="-1" strike="noStrike">
              <a:latin typeface="Arial"/>
            </a:endParaRPr>
          </a:p>
          <a:p>
            <a:endParaRPr b="0" lang="en-IN" sz="1800" spc="-1" strike="noStrike">
              <a:latin typeface="Arial"/>
            </a:endParaRPr>
          </a:p>
          <a:p>
            <a:endParaRPr b="0" lang="en-IN" sz="1800" spc="-1" strike="noStrike">
              <a:latin typeface="Arial"/>
            </a:endParaRPr>
          </a:p>
          <a:p>
            <a:r>
              <a:rPr b="0" lang="en-IN" sz="1800" spc="-1" strike="noStrike">
                <a:latin typeface="Arial"/>
              </a:rPr>
              <a:t>We can use </a:t>
            </a:r>
            <a:r>
              <a:rPr b="0" lang="en-IN" sz="1800" spc="-1" strike="noStrike">
                <a:latin typeface="Arial"/>
              </a:rPr>
              <a:t>@TestMethodOrder(Alphanumeric.class) for </a:t>
            </a:r>
            <a:r>
              <a:rPr b="0" lang="en-IN" sz="1800" spc="-1" strike="noStrike">
                <a:latin typeface="Arial"/>
              </a:rPr>
              <a:t>provide test method order.</a:t>
            </a:r>
            <a:endParaRPr b="0" lang="en-IN" sz="1800" spc="-1" strike="noStrike">
              <a:latin typeface="Arial"/>
            </a:endParaRPr>
          </a:p>
          <a:p>
            <a:r>
              <a:rPr b="0" lang="en-IN" sz="1800" spc="-1" strike="noStrike">
                <a:latin typeface="Arial"/>
              </a:rPr>
              <a:t>First sort using 0-9 if same found then compare </a:t>
            </a:r>
            <a:r>
              <a:rPr b="0" lang="en-IN" sz="1800" spc="-1" strike="noStrike">
                <a:latin typeface="Arial"/>
              </a:rPr>
              <a:t>with A-Z sorting order.</a:t>
            </a:r>
            <a:endParaRPr b="0" lang="en-IN" sz="1800" spc="-1" strike="noStrike">
              <a:latin typeface="Arial"/>
            </a:endParaRPr>
          </a:p>
        </p:txBody>
      </p:sp>
      <p:pic>
        <p:nvPicPr>
          <p:cNvPr id="214" name="" descr=""/>
          <p:cNvPicPr/>
          <p:nvPr/>
        </p:nvPicPr>
        <p:blipFill>
          <a:blip r:embed="rId1"/>
          <a:stretch/>
        </p:blipFill>
        <p:spPr>
          <a:xfrm>
            <a:off x="2592000" y="3384000"/>
            <a:ext cx="4209840" cy="2076120"/>
          </a:xfrm>
          <a:prstGeom prst="rect">
            <a:avLst/>
          </a:prstGeom>
          <a:ln>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@DisplayName </a:t>
            </a:r>
            <a:endParaRPr b="0" lang="en-IN" sz="4400" spc="-1" strike="noStrike">
              <a:latin typeface="Arial"/>
            </a:endParaRPr>
          </a:p>
        </p:txBody>
      </p:sp>
      <p:sp>
        <p:nvSpPr>
          <p:cNvPr id="216" name="TextShape 2"/>
          <p:cNvSpPr txBox="1"/>
          <p:nvPr/>
        </p:nvSpPr>
        <p:spPr>
          <a:xfrm>
            <a:off x="1296000" y="1872000"/>
            <a:ext cx="6189840" cy="858240"/>
          </a:xfrm>
          <a:prstGeom prst="rect">
            <a:avLst/>
          </a:prstGeom>
          <a:noFill/>
          <a:ln>
            <a:noFill/>
          </a:ln>
        </p:spPr>
        <p:txBody>
          <a:bodyPr lIns="90000" rIns="90000" tIns="45000" bIns="45000">
            <a:noAutofit/>
          </a:bodyPr>
          <a:p>
            <a:r>
              <a:rPr b="0" lang="en-IN" sz="1800" spc="-1" strike="noStrike">
                <a:latin typeface="Arial"/>
              </a:rPr>
              <a:t>This annotation is used to provide 'Readable text' inplace of</a:t>
            </a:r>
            <a:endParaRPr b="0" lang="en-IN" sz="1800" spc="-1" strike="noStrike">
              <a:latin typeface="Arial"/>
            </a:endParaRPr>
          </a:p>
          <a:p>
            <a:r>
              <a:rPr b="0" lang="en-IN" sz="1800" spc="-1" strike="noStrike">
                <a:latin typeface="Arial"/>
              </a:rPr>
              <a:t> </a:t>
            </a:r>
            <a:r>
              <a:rPr b="0" lang="en-IN" sz="1800" spc="-1" strike="noStrike">
                <a:latin typeface="Arial"/>
              </a:rPr>
              <a:t>actual method and class names at JUnit console.</a:t>
            </a:r>
            <a:endParaRPr b="0" lang="en-IN" sz="1800" spc="-1" strike="noStrike">
              <a:latin typeface="Arial"/>
            </a:endParaRPr>
          </a:p>
          <a:p>
            <a:endParaRPr b="0" lang="en-IN" sz="1800" spc="-1" strike="noStrike">
              <a:latin typeface="Arial"/>
            </a:endParaRPr>
          </a:p>
        </p:txBody>
      </p:sp>
      <p:pic>
        <p:nvPicPr>
          <p:cNvPr id="217" name="" descr=""/>
          <p:cNvPicPr/>
          <p:nvPr/>
        </p:nvPicPr>
        <p:blipFill>
          <a:blip r:embed="rId1"/>
          <a:stretch/>
        </p:blipFill>
        <p:spPr>
          <a:xfrm>
            <a:off x="2232000" y="2736360"/>
            <a:ext cx="4723920" cy="244764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Injecting TestInfo to get valuable informations</a:t>
            </a:r>
            <a:endParaRPr b="0" lang="en-IN" sz="4400" spc="-1" strike="noStrike">
              <a:latin typeface="Arial"/>
            </a:endParaRPr>
          </a:p>
        </p:txBody>
      </p:sp>
      <p:sp>
        <p:nvSpPr>
          <p:cNvPr id="219" name="TextShape 2"/>
          <p:cNvSpPr txBox="1"/>
          <p:nvPr/>
        </p:nvSpPr>
        <p:spPr>
          <a:xfrm>
            <a:off x="1296000" y="1872000"/>
            <a:ext cx="9029160" cy="602280"/>
          </a:xfrm>
          <a:prstGeom prst="rect">
            <a:avLst/>
          </a:prstGeom>
          <a:noFill/>
          <a:ln>
            <a:noFill/>
          </a:ln>
        </p:spPr>
        <p:txBody>
          <a:bodyPr lIns="90000" rIns="90000" tIns="45000" bIns="45000">
            <a:noAutofit/>
          </a:bodyPr>
          <a:p>
            <a:r>
              <a:rPr b="0" lang="en-IN" sz="1800" spc="-1" strike="noStrike">
                <a:latin typeface="Arial"/>
              </a:rPr>
              <a:t>To know our Test case details like classname,method name, display name,tag name etc</a:t>
            </a:r>
            <a:endParaRPr b="0" lang="en-IN" sz="1800" spc="-1" strike="noStrike">
              <a:latin typeface="Arial"/>
            </a:endParaRPr>
          </a:p>
          <a:p>
            <a:r>
              <a:rPr b="0" lang="en-IN" sz="1800" spc="-1" strike="noStrike">
                <a:latin typeface="Arial"/>
              </a:rPr>
              <a:t>   </a:t>
            </a:r>
            <a:r>
              <a:rPr b="0" lang="en-IN" sz="1800" spc="-1" strike="noStrike">
                <a:latin typeface="Arial"/>
              </a:rPr>
              <a:t>	</a:t>
            </a:r>
            <a:r>
              <a:rPr b="0" lang="en-IN" sz="1800" spc="-1" strike="noStrike">
                <a:latin typeface="Arial"/>
              </a:rPr>
              <a:t>we can use one interface TestInfo</a:t>
            </a:r>
            <a:endParaRPr b="0" lang="en-IN" sz="1800" spc="-1" strike="noStrike">
              <a:latin typeface="Arial"/>
            </a:endParaRPr>
          </a:p>
        </p:txBody>
      </p:sp>
      <p:pic>
        <p:nvPicPr>
          <p:cNvPr id="220" name="" descr=""/>
          <p:cNvPicPr/>
          <p:nvPr/>
        </p:nvPicPr>
        <p:blipFill>
          <a:blip r:embed="rId1"/>
          <a:stretch/>
        </p:blipFill>
        <p:spPr>
          <a:xfrm>
            <a:off x="1872000" y="2664000"/>
            <a:ext cx="6238440" cy="2352240"/>
          </a:xfrm>
          <a:prstGeom prst="rect">
            <a:avLst/>
          </a:prstGeom>
          <a:ln>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@DisplayName </a:t>
            </a:r>
            <a:endParaRPr b="0" lang="en-IN" sz="4400" spc="-1" strike="noStrike">
              <a:latin typeface="Arial"/>
            </a:endParaRPr>
          </a:p>
        </p:txBody>
      </p:sp>
      <p:sp>
        <p:nvSpPr>
          <p:cNvPr id="222" name="TextShape 2"/>
          <p:cNvSpPr txBox="1"/>
          <p:nvPr/>
        </p:nvSpPr>
        <p:spPr>
          <a:xfrm>
            <a:off x="1296000" y="1872000"/>
            <a:ext cx="6189840" cy="858240"/>
          </a:xfrm>
          <a:prstGeom prst="rect">
            <a:avLst/>
          </a:prstGeom>
          <a:noFill/>
          <a:ln>
            <a:noFill/>
          </a:ln>
        </p:spPr>
        <p:txBody>
          <a:bodyPr lIns="90000" rIns="90000" tIns="45000" bIns="45000">
            <a:noAutofit/>
          </a:bodyPr>
          <a:p>
            <a:r>
              <a:rPr b="0" lang="en-IN" sz="1800" spc="-1" strike="noStrike">
                <a:latin typeface="Arial"/>
              </a:rPr>
              <a:t>This annotation is used to provide 'Readable text' inplace of</a:t>
            </a:r>
            <a:endParaRPr b="0" lang="en-IN" sz="1800" spc="-1" strike="noStrike">
              <a:latin typeface="Arial"/>
            </a:endParaRPr>
          </a:p>
          <a:p>
            <a:r>
              <a:rPr b="0" lang="en-IN" sz="1800" spc="-1" strike="noStrike">
                <a:latin typeface="Arial"/>
              </a:rPr>
              <a:t> </a:t>
            </a:r>
            <a:r>
              <a:rPr b="0" lang="en-IN" sz="1800" spc="-1" strike="noStrike">
                <a:latin typeface="Arial"/>
              </a:rPr>
              <a:t>actual method and class names at JUnit console.</a:t>
            </a:r>
            <a:endParaRPr b="0" lang="en-IN" sz="1800" spc="-1" strike="noStrike">
              <a:latin typeface="Arial"/>
            </a:endParaRPr>
          </a:p>
          <a:p>
            <a:endParaRPr b="0" lang="en-IN" sz="1800" spc="-1" strike="noStrike">
              <a:latin typeface="Arial"/>
            </a:endParaRPr>
          </a:p>
        </p:txBody>
      </p:sp>
      <p:pic>
        <p:nvPicPr>
          <p:cNvPr id="223" name="" descr=""/>
          <p:cNvPicPr/>
          <p:nvPr/>
        </p:nvPicPr>
        <p:blipFill>
          <a:blip r:embed="rId1"/>
          <a:stretch/>
        </p:blipFill>
        <p:spPr>
          <a:xfrm>
            <a:off x="2232000" y="2736360"/>
            <a:ext cx="4723920" cy="2447640"/>
          </a:xfrm>
          <a:prstGeom prst="rect">
            <a:avLst/>
          </a:prstGeom>
          <a:ln>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@RepeatedTest </a:t>
            </a:r>
            <a:endParaRPr b="0" lang="en-IN" sz="4400" spc="-1" strike="noStrike">
              <a:latin typeface="Arial"/>
            </a:endParaRPr>
          </a:p>
        </p:txBody>
      </p:sp>
      <p:sp>
        <p:nvSpPr>
          <p:cNvPr id="225" name="TextShape 2"/>
          <p:cNvSpPr txBox="1"/>
          <p:nvPr/>
        </p:nvSpPr>
        <p:spPr>
          <a:xfrm>
            <a:off x="1296000" y="1872000"/>
            <a:ext cx="7334280" cy="602280"/>
          </a:xfrm>
          <a:prstGeom prst="rect">
            <a:avLst/>
          </a:prstGeom>
          <a:noFill/>
          <a:ln>
            <a:noFill/>
          </a:ln>
        </p:spPr>
        <p:txBody>
          <a:bodyPr lIns="90000" rIns="90000" tIns="45000" bIns="45000">
            <a:noAutofit/>
          </a:bodyPr>
          <a:p>
            <a:r>
              <a:rPr b="0" lang="en-IN" sz="1800" spc="-1" strike="noStrike">
                <a:latin typeface="Arial"/>
              </a:rPr>
              <a:t> </a:t>
            </a:r>
            <a:r>
              <a:rPr b="0" lang="en-IN" sz="1800" spc="-1" strike="noStrike">
                <a:latin typeface="Arial"/>
              </a:rPr>
              <a:t>To execute any test method multiple time (like batch processing) using</a:t>
            </a:r>
            <a:endParaRPr b="0" lang="en-IN" sz="1800" spc="-1" strike="noStrike">
              <a:latin typeface="Arial"/>
            </a:endParaRPr>
          </a:p>
          <a:p>
            <a:r>
              <a:rPr b="0" lang="en-IN" sz="1800" spc="-1" strike="noStrike">
                <a:latin typeface="Arial"/>
              </a:rPr>
              <a:t>    </a:t>
            </a:r>
            <a:r>
              <a:rPr b="0" lang="en-IN" sz="1800" spc="-1" strike="noStrike">
                <a:latin typeface="Arial"/>
              </a:rPr>
              <a:t>@RepeatedTest annotation.</a:t>
            </a:r>
            <a:endParaRPr b="0" lang="en-IN" sz="1800" spc="-1" strike="noStrike">
              <a:latin typeface="Arial"/>
            </a:endParaRPr>
          </a:p>
        </p:txBody>
      </p:sp>
      <p:sp>
        <p:nvSpPr>
          <p:cNvPr id="226" name="CustomShape 3"/>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@RepeatedTest </a:t>
            </a:r>
            <a:endParaRPr b="0" lang="en-IN" sz="4400" spc="-1" strike="noStrike">
              <a:latin typeface="Arial"/>
            </a:endParaRPr>
          </a:p>
        </p:txBody>
      </p:sp>
      <p:pic>
        <p:nvPicPr>
          <p:cNvPr id="227" name="" descr=""/>
          <p:cNvPicPr/>
          <p:nvPr/>
        </p:nvPicPr>
        <p:blipFill>
          <a:blip r:embed="rId1"/>
          <a:stretch/>
        </p:blipFill>
        <p:spPr>
          <a:xfrm>
            <a:off x="1440000" y="2629440"/>
            <a:ext cx="4285800" cy="1723680"/>
          </a:xfrm>
          <a:prstGeom prst="rect">
            <a:avLst/>
          </a:prstGeom>
          <a:ln>
            <a:noFill/>
          </a:ln>
        </p:spPr>
      </p:pic>
      <p:pic>
        <p:nvPicPr>
          <p:cNvPr id="228" name="" descr=""/>
          <p:cNvPicPr/>
          <p:nvPr/>
        </p:nvPicPr>
        <p:blipFill>
          <a:blip r:embed="rId2"/>
          <a:stretch/>
        </p:blipFill>
        <p:spPr>
          <a:xfrm>
            <a:off x="1440000" y="4281120"/>
            <a:ext cx="8991360" cy="2342880"/>
          </a:xfrm>
          <a:prstGeom prst="rect">
            <a:avLst/>
          </a:prstGeom>
          <a:ln>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@Tag </a:t>
            </a:r>
            <a:endParaRPr b="0" lang="en-IN" sz="4400" spc="-1" strike="noStrike">
              <a:latin typeface="Arial"/>
            </a:endParaRPr>
          </a:p>
        </p:txBody>
      </p:sp>
      <p:sp>
        <p:nvSpPr>
          <p:cNvPr id="230" name="TextShape 2"/>
          <p:cNvSpPr txBox="1"/>
          <p:nvPr/>
        </p:nvSpPr>
        <p:spPr>
          <a:xfrm>
            <a:off x="1065960" y="1577160"/>
            <a:ext cx="7878600" cy="1370160"/>
          </a:xfrm>
          <a:prstGeom prst="rect">
            <a:avLst/>
          </a:prstGeom>
          <a:noFill/>
          <a:ln>
            <a:noFill/>
          </a:ln>
        </p:spPr>
        <p:txBody>
          <a:bodyPr lIns="90000" rIns="90000" tIns="45000" bIns="45000">
            <a:noAutofit/>
          </a:bodyPr>
          <a:p>
            <a:r>
              <a:rPr b="0" lang="en-IN" sz="1800" spc="-1" strike="noStrike">
                <a:latin typeface="Arial"/>
              </a:rPr>
              <a:t>These are used to filter test methods for execution in different environments.</a:t>
            </a:r>
            <a:endParaRPr b="0" lang="en-IN" sz="1800" spc="-1" strike="noStrike">
              <a:latin typeface="Arial"/>
            </a:endParaRPr>
          </a:p>
          <a:p>
            <a:endParaRPr b="0" lang="en-IN" sz="1800" spc="-1" strike="noStrike">
              <a:latin typeface="Arial"/>
            </a:endParaRPr>
          </a:p>
          <a:p>
            <a:r>
              <a:rPr b="0" lang="en-IN" sz="1800" spc="-1" strike="noStrike">
                <a:latin typeface="Arial"/>
              </a:rPr>
              <a:t>For Example, i want to test export example in production env at same</a:t>
            </a:r>
            <a:endParaRPr b="0" lang="en-IN" sz="1800" spc="-1" strike="noStrike">
              <a:latin typeface="Arial"/>
            </a:endParaRPr>
          </a:p>
          <a:p>
            <a:r>
              <a:rPr b="0" lang="en-IN" sz="1800" spc="-1" strike="noStrike">
                <a:latin typeface="Arial"/>
              </a:rPr>
              <a:t>	</a:t>
            </a:r>
            <a:r>
              <a:rPr b="0" lang="en-IN" sz="1800" spc="-1" strike="noStrike">
                <a:latin typeface="Arial"/>
              </a:rPr>
              <a:t>    </a:t>
            </a:r>
            <a:r>
              <a:rPr b="0" lang="en-IN" sz="1800" spc="-1" strike="noStrike">
                <a:latin typeface="Arial"/>
              </a:rPr>
              <a:t>i want to test delete operation only in development environment </a:t>
            </a:r>
            <a:endParaRPr b="0" lang="en-IN" sz="1800" spc="-1" strike="noStrike">
              <a:latin typeface="Arial"/>
            </a:endParaRPr>
          </a:p>
          <a:p>
            <a:r>
              <a:rPr b="0" lang="en-IN" sz="1800" spc="-1" strike="noStrike">
                <a:latin typeface="Arial"/>
              </a:rPr>
              <a:t>	</a:t>
            </a:r>
            <a:r>
              <a:rPr b="0" lang="en-IN" sz="1800" spc="-1" strike="noStrike">
                <a:latin typeface="Arial"/>
              </a:rPr>
              <a:t>then use tag concept and maven-surefire-plugin in pom.xml</a:t>
            </a:r>
            <a:endParaRPr b="0" lang="en-IN" sz="1800" spc="-1" strike="noStrike">
              <a:latin typeface="Arial"/>
            </a:endParaRPr>
          </a:p>
        </p:txBody>
      </p:sp>
      <p:pic>
        <p:nvPicPr>
          <p:cNvPr id="231" name="" descr=""/>
          <p:cNvPicPr/>
          <p:nvPr/>
        </p:nvPicPr>
        <p:blipFill>
          <a:blip r:embed="rId1"/>
          <a:stretch/>
        </p:blipFill>
        <p:spPr>
          <a:xfrm>
            <a:off x="882000" y="3024000"/>
            <a:ext cx="5022000" cy="3528000"/>
          </a:xfrm>
          <a:prstGeom prst="rect">
            <a:avLst/>
          </a:prstGeom>
          <a:ln>
            <a:noFill/>
          </a:ln>
        </p:spPr>
      </p:pic>
      <p:pic>
        <p:nvPicPr>
          <p:cNvPr id="232" name="" descr=""/>
          <p:cNvPicPr/>
          <p:nvPr/>
        </p:nvPicPr>
        <p:blipFill>
          <a:blip r:embed="rId2"/>
          <a:stretch/>
        </p:blipFill>
        <p:spPr>
          <a:xfrm>
            <a:off x="5913360" y="3240000"/>
            <a:ext cx="6038640" cy="2943000"/>
          </a:xfrm>
          <a:prstGeom prst="rect">
            <a:avLst/>
          </a:prstGeom>
          <a:ln>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Exception test cases</a:t>
            </a:r>
            <a:endParaRPr b="0" lang="en-IN" sz="4400" spc="-1" strike="noStrike">
              <a:latin typeface="Arial"/>
            </a:endParaRPr>
          </a:p>
        </p:txBody>
      </p:sp>
      <p:pic>
        <p:nvPicPr>
          <p:cNvPr id="234" name="" descr=""/>
          <p:cNvPicPr/>
          <p:nvPr/>
        </p:nvPicPr>
        <p:blipFill>
          <a:blip r:embed="rId1"/>
          <a:stretch/>
        </p:blipFill>
        <p:spPr>
          <a:xfrm>
            <a:off x="3024000" y="1944000"/>
            <a:ext cx="3628800" cy="685440"/>
          </a:xfrm>
          <a:prstGeom prst="rect">
            <a:avLst/>
          </a:prstGeom>
          <a:ln>
            <a:noFill/>
          </a:ln>
        </p:spPr>
      </p:pic>
      <p:pic>
        <p:nvPicPr>
          <p:cNvPr id="235" name="" descr=""/>
          <p:cNvPicPr/>
          <p:nvPr/>
        </p:nvPicPr>
        <p:blipFill>
          <a:blip r:embed="rId2"/>
          <a:stretch/>
        </p:blipFill>
        <p:spPr>
          <a:xfrm>
            <a:off x="2434320" y="3456000"/>
            <a:ext cx="7429320" cy="1933200"/>
          </a:xfrm>
          <a:prstGeom prst="rect">
            <a:avLst/>
          </a:prstGeom>
          <a:ln>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Nested test</a:t>
            </a:r>
            <a:endParaRPr b="0" lang="en-IN" sz="4400" spc="-1" strike="noStrike">
              <a:latin typeface="Arial"/>
            </a:endParaRPr>
          </a:p>
        </p:txBody>
      </p:sp>
      <p:pic>
        <p:nvPicPr>
          <p:cNvPr id="237" name="" descr=""/>
          <p:cNvPicPr/>
          <p:nvPr/>
        </p:nvPicPr>
        <p:blipFill>
          <a:blip r:embed="rId1"/>
          <a:stretch/>
        </p:blipFill>
        <p:spPr>
          <a:xfrm>
            <a:off x="3027960" y="1440000"/>
            <a:ext cx="6260040" cy="5465160"/>
          </a:xfrm>
          <a:prstGeom prst="rect">
            <a:avLst/>
          </a:prstGeom>
          <a:ln>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Timeout testing</a:t>
            </a:r>
            <a:endParaRPr b="0" lang="en-IN" sz="4400" spc="-1" strike="noStrike">
              <a:latin typeface="Arial"/>
            </a:endParaRPr>
          </a:p>
        </p:txBody>
      </p:sp>
      <p:pic>
        <p:nvPicPr>
          <p:cNvPr id="239" name="" descr=""/>
          <p:cNvPicPr/>
          <p:nvPr/>
        </p:nvPicPr>
        <p:blipFill>
          <a:blip r:embed="rId1"/>
          <a:stretch/>
        </p:blipFill>
        <p:spPr>
          <a:xfrm>
            <a:off x="1296000" y="1563120"/>
            <a:ext cx="10368000" cy="4628880"/>
          </a:xfrm>
          <a:prstGeom prst="rect">
            <a:avLst/>
          </a:prstGeom>
          <a:ln>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3200" spc="-1" strike="noStrike" u="sng">
                <a:solidFill>
                  <a:srgbClr val="000000"/>
                </a:solidFill>
                <a:uFillTx/>
                <a:latin typeface="comic"/>
                <a:ea typeface="DejaVu Sans"/>
              </a:rPr>
              <a:t>Assertions, AssertAll,@Nested, @</a:t>
            </a:r>
            <a:r>
              <a:rPr b="1" lang="en-IN" sz="3200" spc="-1" strike="noStrike" u="sng">
                <a:solidFill>
                  <a:srgbClr val="000000"/>
                </a:solidFill>
                <a:uFillTx/>
                <a:latin typeface="comic"/>
                <a:ea typeface="DejaVu Sans"/>
              </a:rPr>
              <a:t>RepeatTest </a:t>
            </a:r>
            <a:endParaRPr b="0" lang="en-IN" sz="3200" spc="-1" strike="noStrike">
              <a:latin typeface="Arial"/>
            </a:endParaRPr>
          </a:p>
        </p:txBody>
      </p:sp>
      <p:pic>
        <p:nvPicPr>
          <p:cNvPr id="241" name="" descr=""/>
          <p:cNvPicPr/>
          <p:nvPr/>
        </p:nvPicPr>
        <p:blipFill>
          <a:blip r:embed="rId1"/>
          <a:stretch/>
        </p:blipFill>
        <p:spPr>
          <a:xfrm>
            <a:off x="1853640" y="1431360"/>
            <a:ext cx="8591040" cy="4057200"/>
          </a:xfrm>
          <a:prstGeom prst="rect">
            <a:avLst/>
          </a:prstGeom>
          <a:ln>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@Parameterized</a:t>
            </a:r>
            <a:endParaRPr b="0" lang="en-IN" sz="4400" spc="-1" strike="noStrike">
              <a:latin typeface="Arial"/>
            </a:endParaRPr>
          </a:p>
        </p:txBody>
      </p:sp>
      <p:pic>
        <p:nvPicPr>
          <p:cNvPr id="243" name="" descr=""/>
          <p:cNvPicPr/>
          <p:nvPr/>
        </p:nvPicPr>
        <p:blipFill>
          <a:blip r:embed="rId1"/>
          <a:stretch/>
        </p:blipFill>
        <p:spPr>
          <a:xfrm>
            <a:off x="432000" y="1541880"/>
            <a:ext cx="5400000" cy="4362120"/>
          </a:xfrm>
          <a:prstGeom prst="rect">
            <a:avLst/>
          </a:prstGeom>
          <a:ln>
            <a:noFill/>
          </a:ln>
        </p:spPr>
      </p:pic>
      <p:pic>
        <p:nvPicPr>
          <p:cNvPr id="244" name="" descr=""/>
          <p:cNvPicPr/>
          <p:nvPr/>
        </p:nvPicPr>
        <p:blipFill>
          <a:blip r:embed="rId2"/>
          <a:stretch/>
        </p:blipFill>
        <p:spPr>
          <a:xfrm>
            <a:off x="5904000" y="1512000"/>
            <a:ext cx="5838480" cy="4248000"/>
          </a:xfrm>
          <a:prstGeom prst="rect">
            <a:avLst/>
          </a:prstGeom>
          <a:ln>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Few points..</a:t>
            </a:r>
            <a:endParaRPr b="0" lang="en-IN" sz="4400" spc="-1" strike="noStrike">
              <a:latin typeface="Arial"/>
            </a:endParaRPr>
          </a:p>
        </p:txBody>
      </p:sp>
      <p:sp>
        <p:nvSpPr>
          <p:cNvPr id="246"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Autofit/>
          </a:bodyPr>
          <a:p>
            <a:pPr marL="228600" indent="-227160">
              <a:lnSpc>
                <a:spcPct val="90000"/>
              </a:lnSpc>
              <a:spcBef>
                <a:spcPts val="1001"/>
              </a:spcBef>
              <a:buClr>
                <a:srgbClr val="ff0000"/>
              </a:buClr>
              <a:buFont typeface="Arial"/>
              <a:buChar char="•"/>
            </a:pPr>
            <a:r>
              <a:rPr b="0" lang="en-IN" sz="2800" spc="-1" strike="noStrike">
                <a:solidFill>
                  <a:srgbClr val="000000"/>
                </a:solidFill>
                <a:latin typeface="Palatino Linotype"/>
                <a:ea typeface="DejaVu Sans"/>
              </a:rPr>
              <a:t>Execution order</a:t>
            </a:r>
            <a:endParaRPr b="0" lang="en-IN" sz="2800" spc="-1" strike="noStrike">
              <a:latin typeface="Arial"/>
            </a:endParaRPr>
          </a:p>
          <a:p>
            <a:pPr lvl="1" marL="685800" indent="-227160">
              <a:lnSpc>
                <a:spcPct val="90000"/>
              </a:lnSpc>
              <a:spcBef>
                <a:spcPts val="499"/>
              </a:spcBef>
              <a:buClr>
                <a:srgbClr val="ff0000"/>
              </a:buClr>
              <a:buFont typeface="Arial"/>
              <a:buChar char="•"/>
            </a:pPr>
            <a:r>
              <a:rPr b="0" lang="en-IN" sz="2400" spc="-1" strike="noStrike">
                <a:solidFill>
                  <a:srgbClr val="000000"/>
                </a:solidFill>
                <a:latin typeface="Palatino Linotype"/>
                <a:ea typeface="DejaVu Sans"/>
              </a:rPr>
              <a:t>Default – Fixed, non-deterministic</a:t>
            </a:r>
            <a:endParaRPr b="0" lang="en-IN" sz="2400" spc="-1" strike="noStrike">
              <a:latin typeface="Arial"/>
            </a:endParaRPr>
          </a:p>
          <a:p>
            <a:pPr lvl="1" marL="685800" indent="-227160">
              <a:lnSpc>
                <a:spcPct val="90000"/>
              </a:lnSpc>
              <a:spcBef>
                <a:spcPts val="499"/>
              </a:spcBef>
              <a:buClr>
                <a:srgbClr val="ff0000"/>
              </a:buClr>
              <a:buFont typeface="Arial"/>
              <a:buChar char="•"/>
            </a:pPr>
            <a:r>
              <a:rPr b="0" lang="en-IN" sz="2400" spc="-1" strike="noStrike">
                <a:solidFill>
                  <a:srgbClr val="000000"/>
                </a:solidFill>
                <a:latin typeface="Palatino Linotype"/>
                <a:ea typeface="DejaVu Sans"/>
              </a:rPr>
              <a:t>Random</a:t>
            </a:r>
            <a:endParaRPr b="0" lang="en-IN" sz="2400" spc="-1" strike="noStrike">
              <a:latin typeface="Arial"/>
            </a:endParaRPr>
          </a:p>
          <a:p>
            <a:pPr lvl="1" marL="685800" indent="-227160">
              <a:lnSpc>
                <a:spcPct val="90000"/>
              </a:lnSpc>
              <a:spcBef>
                <a:spcPts val="499"/>
              </a:spcBef>
              <a:buClr>
                <a:srgbClr val="ff0000"/>
              </a:buClr>
              <a:buFont typeface="Arial"/>
              <a:buChar char="•"/>
            </a:pPr>
            <a:r>
              <a:rPr b="0" lang="en-IN" sz="2400" spc="-1" strike="noStrike">
                <a:solidFill>
                  <a:srgbClr val="000000"/>
                </a:solidFill>
                <a:latin typeface="Palatino Linotype"/>
                <a:ea typeface="DejaVu Sans"/>
              </a:rPr>
              <a:t>Alphanumeric</a:t>
            </a:r>
            <a:endParaRPr b="0" lang="en-IN" sz="2400" spc="-1" strike="noStrike">
              <a:latin typeface="Arial"/>
            </a:endParaRPr>
          </a:p>
          <a:p>
            <a:pPr lvl="1" marL="685800" indent="-227160">
              <a:lnSpc>
                <a:spcPct val="90000"/>
              </a:lnSpc>
              <a:spcBef>
                <a:spcPts val="499"/>
              </a:spcBef>
              <a:buClr>
                <a:srgbClr val="ff0000"/>
              </a:buClr>
              <a:buFont typeface="Arial"/>
              <a:buChar char="•"/>
            </a:pPr>
            <a:r>
              <a:rPr b="0" lang="en-IN" sz="2400" spc="-1" strike="noStrike">
                <a:solidFill>
                  <a:srgbClr val="000000"/>
                </a:solidFill>
                <a:latin typeface="Palatino Linotype"/>
                <a:ea typeface="DejaVu Sans"/>
              </a:rPr>
              <a:t>Order annotation</a:t>
            </a:r>
            <a:endParaRPr b="0" lang="en-IN" sz="2400" spc="-1" strike="noStrike">
              <a:latin typeface="Arial"/>
            </a:endParaRPr>
          </a:p>
          <a:p>
            <a:pPr marL="228600" indent="-227160">
              <a:lnSpc>
                <a:spcPct val="90000"/>
              </a:lnSpc>
              <a:spcBef>
                <a:spcPts val="1001"/>
              </a:spcBef>
              <a:buClr>
                <a:srgbClr val="ff0000"/>
              </a:buClr>
              <a:buFont typeface="Arial"/>
              <a:buChar char="•"/>
            </a:pPr>
            <a:r>
              <a:rPr b="0" lang="en-IN" sz="2800" spc="-1" strike="noStrike">
                <a:solidFill>
                  <a:srgbClr val="000000"/>
                </a:solidFill>
                <a:latin typeface="Palatino Linotype"/>
                <a:ea typeface="DejaVu Sans"/>
              </a:rPr>
              <a:t>Test Instance</a:t>
            </a:r>
            <a:endParaRPr b="0" lang="en-IN" sz="2800" spc="-1" strike="noStrike">
              <a:latin typeface="Arial"/>
            </a:endParaRPr>
          </a:p>
          <a:p>
            <a:pPr lvl="1" marL="685800" indent="-227160">
              <a:lnSpc>
                <a:spcPct val="90000"/>
              </a:lnSpc>
              <a:spcBef>
                <a:spcPts val="499"/>
              </a:spcBef>
              <a:buClr>
                <a:srgbClr val="ff0000"/>
              </a:buClr>
              <a:buFont typeface="Arial"/>
              <a:buChar char="•"/>
            </a:pPr>
            <a:r>
              <a:rPr b="0" lang="en-IN" sz="2400" spc="-1" strike="noStrike">
                <a:solidFill>
                  <a:srgbClr val="000000"/>
                </a:solidFill>
                <a:latin typeface="Palatino Linotype"/>
                <a:ea typeface="DejaVu Sans"/>
              </a:rPr>
              <a:t>Per method – default</a:t>
            </a:r>
            <a:endParaRPr b="0" lang="en-IN" sz="2400" spc="-1" strike="noStrike">
              <a:latin typeface="Arial"/>
            </a:endParaRPr>
          </a:p>
          <a:p>
            <a:pPr lvl="1" marL="685800" indent="-227160">
              <a:lnSpc>
                <a:spcPct val="90000"/>
              </a:lnSpc>
              <a:spcBef>
                <a:spcPts val="499"/>
              </a:spcBef>
              <a:buClr>
                <a:srgbClr val="ff0000"/>
              </a:buClr>
              <a:buFont typeface="Arial"/>
              <a:buChar char="•"/>
            </a:pPr>
            <a:r>
              <a:rPr b="0" lang="en-IN" sz="2400" spc="-1" strike="noStrike">
                <a:solidFill>
                  <a:srgbClr val="000000"/>
                </a:solidFill>
                <a:latin typeface="Palatino Linotype"/>
                <a:ea typeface="DejaVu Sans"/>
              </a:rPr>
              <a:t>Per class</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7" name="Picture 5" descr=""/>
          <p:cNvPicPr/>
          <p:nvPr/>
        </p:nvPicPr>
        <p:blipFill>
          <a:blip r:embed="rId1">
            <a:alphaModFix amt="50000"/>
          </a:blip>
          <a:stretch/>
        </p:blipFill>
        <p:spPr>
          <a:xfrm>
            <a:off x="2416320" y="866880"/>
            <a:ext cx="7224480" cy="3017880"/>
          </a:xfrm>
          <a:prstGeom prst="rect">
            <a:avLst/>
          </a:prstGeom>
          <a:ln>
            <a:noFill/>
          </a:ln>
        </p:spPr>
      </p:pic>
      <p:sp>
        <p:nvSpPr>
          <p:cNvPr id="248" name="CustomShape 1"/>
          <p:cNvSpPr/>
          <p:nvPr/>
        </p:nvSpPr>
        <p:spPr>
          <a:xfrm>
            <a:off x="3657600" y="4095720"/>
            <a:ext cx="4303800" cy="1979640"/>
          </a:xfrm>
          <a:prstGeom prst="roundRect">
            <a:avLst>
              <a:gd name="adj" fmla="val 16667"/>
            </a:avLst>
          </a:prstGeom>
          <a:solidFill>
            <a:srgbClr val="000000"/>
          </a:solidFill>
          <a:ln w="25560">
            <a:solidFill>
              <a:srgbClr val="000000"/>
            </a:solidFill>
            <a:miter/>
          </a:ln>
        </p:spPr>
        <p:style>
          <a:lnRef idx="0"/>
          <a:fillRef idx="0"/>
          <a:effectRef idx="0"/>
          <a:fontRef idx="minor"/>
        </p:style>
        <p:txBody>
          <a:bodyPr lIns="90000" rIns="90000" tIns="45000" bIns="45000" anchor="ctr">
            <a:noAutofit/>
          </a:bodyPr>
          <a:p>
            <a:pPr algn="ctr">
              <a:lnSpc>
                <a:spcPct val="100000"/>
              </a:lnSpc>
            </a:pPr>
            <a:r>
              <a:rPr b="0" lang="en-IN" sz="4800" spc="-1" strike="noStrike">
                <a:solidFill>
                  <a:srgbClr val="ffffff"/>
                </a:solidFill>
                <a:latin typeface="Calibri"/>
                <a:ea typeface="DejaVu Sans"/>
              </a:rPr>
              <a:t>Introduction</a:t>
            </a:r>
            <a:endParaRPr b="0" lang="en-IN" sz="4800" spc="-1" strike="noStrike">
              <a:latin typeface="Arial"/>
            </a:endParaRPr>
          </a:p>
          <a:p>
            <a:pPr algn="ctr">
              <a:lnSpc>
                <a:spcPct val="100000"/>
              </a:lnSpc>
            </a:pPr>
            <a:r>
              <a:rPr b="0" lang="en-IN" sz="4800" spc="-1" strike="noStrike">
                <a:solidFill>
                  <a:srgbClr val="ffffff"/>
                </a:solidFill>
                <a:latin typeface="Calibri"/>
                <a:ea typeface="DejaVu Sans"/>
              </a:rPr>
              <a:t>What/Why </a:t>
            </a:r>
            <a:endParaRPr b="0" lang="en-IN" sz="4800" spc="-1" strike="noStrike">
              <a:latin typeface="Arial"/>
            </a:endParaRPr>
          </a:p>
        </p:txBody>
      </p:sp>
    </p:spTree>
  </p:cSld>
  <mc:AlternateContent>
    <mc:Choice Requires="p14">
      <p:transition spd="slow" p14:dur="2000"/>
    </mc:Choice>
    <mc:Fallback>
      <p:transition spd="slow"/>
    </mc:Fallback>
  </mc:AlternateContent>
  <p:timing>
    <p:tnLst>
      <p:par>
        <p:cTn id="71" dur="indefinite" restart="never" nodeType="tmRoot">
          <p:childTnLst>
            <p:seq>
              <p:cTn id="72" dur="indefinite" nodeType="mainSeq">
                <p:childTnLst>
                  <p:par>
                    <p:cTn id="73" fill="hold">
                      <p:stCondLst>
                        <p:cond delay="indefinite"/>
                      </p:stCondLst>
                      <p:childTnLst>
                        <p:par>
                          <p:cTn id="74" fill="hold">
                            <p:stCondLst>
                              <p:cond delay="0"/>
                            </p:stCondLst>
                            <p:childTnLst>
                              <p:par>
                                <p:cTn id="75" nodeType="clickEffect" fill="hold" presetClass="entr" presetID="21" presetSubtype="1">
                                  <p:stCondLst>
                                    <p:cond delay="0"/>
                                  </p:stCondLst>
                                  <p:childTnLst>
                                    <p:set>
                                      <p:cBhvr>
                                        <p:cTn id="76" dur="1" fill="hold">
                                          <p:stCondLst>
                                            <p:cond delay="0"/>
                                          </p:stCondLst>
                                        </p:cTn>
                                        <p:tgtEl>
                                          <p:spTgt spid="247"/>
                                        </p:tgtEl>
                                        <p:attrNameLst>
                                          <p:attrName>style.visibility</p:attrName>
                                        </p:attrNameLst>
                                      </p:cBhvr>
                                      <p:to>
                                        <p:strVal val="visible"/>
                                      </p:to>
                                    </p:set>
                                    <p:animEffect filter="wheel(1)" transition="in">
                                      <p:cBhvr additive="repl">
                                        <p:cTn id="77" dur="2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Why mocking is needed??</a:t>
            </a:r>
            <a:endParaRPr b="0" lang="en-IN" sz="4400" spc="-1" strike="noStrike">
              <a:latin typeface="Arial"/>
            </a:endParaRPr>
          </a:p>
        </p:txBody>
      </p:sp>
      <p:sp>
        <p:nvSpPr>
          <p:cNvPr id="250" name="CustomShape 2"/>
          <p:cNvSpPr/>
          <p:nvPr/>
        </p:nvSpPr>
        <p:spPr>
          <a:xfrm>
            <a:off x="838080" y="1825560"/>
            <a:ext cx="10514160" cy="1706760"/>
          </a:xfrm>
          <a:prstGeom prst="rect">
            <a:avLst/>
          </a:prstGeom>
          <a:solidFill>
            <a:srgbClr val="ffffff"/>
          </a:solidFill>
          <a:ln>
            <a:noFill/>
          </a:ln>
        </p:spPr>
        <p:style>
          <a:lnRef idx="0"/>
          <a:fillRef idx="0"/>
          <a:effectRef idx="0"/>
          <a:fontRef idx="minor"/>
        </p:style>
        <p:txBody>
          <a:bodyPr lIns="90000" rIns="90000" tIns="45000" bIns="45000">
            <a:no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A unit test should test functionality in isolation. Side effects from other classes or the system should be eliminated for a unit test, if possible.</a:t>
            </a: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78" dur="indefinite" restart="never" nodeType="tmRoot">
          <p:childTnLst>
            <p:seq>
              <p:cTn id="79" dur="indefinite" nodeType="mainSeq">
                <p:childTnLst>
                  <p:par>
                    <p:cTn id="80" fill="hold">
                      <p:stCondLst>
                        <p:cond delay="indefinite"/>
                      </p:stCondLst>
                      <p:childTnLst>
                        <p:par>
                          <p:cTn id="81" fill="hold">
                            <p:stCondLst>
                              <p:cond delay="0"/>
                            </p:stCondLst>
                            <p:childTnLst>
                              <p:par>
                                <p:cTn id="82" nodeType="clickEffect" fill="hold" presetClass="entr" presetID="42">
                                  <p:stCondLst>
                                    <p:cond delay="0"/>
                                  </p:stCondLst>
                                  <p:childTnLst>
                                    <p:set>
                                      <p:cBhvr>
                                        <p:cTn id="83" dur="1" fill="hold">
                                          <p:stCondLst>
                                            <p:cond delay="0"/>
                                          </p:stCondLst>
                                        </p:cTn>
                                        <p:tgtEl>
                                          <p:spTgt spid="250"/>
                                        </p:tgtEl>
                                        <p:attrNameLst>
                                          <p:attrName>style.visibility</p:attrName>
                                        </p:attrNameLst>
                                      </p:cBhvr>
                                      <p:to>
                                        <p:strVal val="visible"/>
                                      </p:to>
                                    </p:set>
                                    <p:animEffect filter="fade" transition="in">
                                      <p:cBhvr additive="repl">
                                        <p:cTn id="84" dur="1000"/>
                                        <p:tgtEl>
                                          <p:spTgt spid="250"/>
                                        </p:tgtEl>
                                      </p:cBhvr>
                                    </p:animEffect>
                                    <p:anim calcmode="lin" valueType="num">
                                      <p:cBhvr additive="repl">
                                        <p:cTn id="85" dur="1000" fill="hold"/>
                                        <p:tgtEl>
                                          <p:spTgt spid="250"/>
                                        </p:tgtEl>
                                        <p:attrNameLst>
                                          <p:attrName>ppt_x</p:attrName>
                                        </p:attrNameLst>
                                      </p:cBhvr>
                                      <p:tavLst>
                                        <p:tav tm="0">
                                          <p:val>
                                            <p:strVal val="#ppt_x"/>
                                          </p:val>
                                        </p:tav>
                                        <p:tav tm="100000">
                                          <p:val>
                                            <p:strVal val="#ppt_x"/>
                                          </p:val>
                                        </p:tav>
                                      </p:tavLst>
                                    </p:anim>
                                    <p:anim calcmode="lin" valueType="num">
                                      <p:cBhvr additive="repl">
                                        <p:cTn id="86" dur="1000" fill="hold"/>
                                        <p:tgtEl>
                                          <p:spTgt spid="250"/>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fill="hold">
                                          <p:stCondLst>
                                            <p:cond delay="0"/>
                                          </p:stCondLst>
                                        </p:cTn>
                                        <p:tgtEl>
                                          <p:spTgt spid="250">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Test doubles </a:t>
            </a:r>
            <a:endParaRPr b="0" lang="en-IN" sz="4400" spc="-1" strike="noStrike">
              <a:latin typeface="Arial"/>
            </a:endParaRPr>
          </a:p>
        </p:txBody>
      </p:sp>
      <p:sp>
        <p:nvSpPr>
          <p:cNvPr id="252"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Test replacement of real/external dependencies</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Dummy Object</a:t>
            </a:r>
            <a:endParaRPr b="0" lang="en-IN"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Palatino Linotype"/>
                <a:ea typeface="DejaVu Sans"/>
              </a:rPr>
              <a:t>Passed around but never used</a:t>
            </a:r>
            <a:endParaRPr b="0" lang="en-IN" sz="20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Fake objects</a:t>
            </a:r>
            <a:endParaRPr b="0" lang="en-IN"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Palatino Linotype"/>
                <a:ea typeface="DejaVu Sans"/>
              </a:rPr>
              <a:t>Like memory db for actual db</a:t>
            </a:r>
            <a:endParaRPr b="0" lang="en-IN" sz="20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A stub class</a:t>
            </a:r>
            <a:endParaRPr b="0" lang="en-IN"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Palatino Linotype"/>
                <a:ea typeface="DejaVu Sans"/>
              </a:rPr>
              <a:t>Initialize &gt; exercises &gt; verify</a:t>
            </a:r>
            <a:endParaRPr b="0" lang="en-IN"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Palatino Linotype"/>
                <a:ea typeface="DejaVu Sans"/>
              </a:rPr>
              <a:t>To test data</a:t>
            </a:r>
            <a:endParaRPr b="0" lang="en-IN" sz="20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Mock object</a:t>
            </a:r>
            <a:endParaRPr b="0" lang="en-IN"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Palatino Linotype"/>
                <a:ea typeface="DejaVu Sans"/>
              </a:rPr>
              <a:t>Initialize &gt; set expectations &gt; exercise &gt; verify</a:t>
            </a:r>
            <a:endParaRPr b="0" lang="en-IN"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Palatino Linotype"/>
                <a:ea typeface="DejaVu Sans"/>
              </a:rPr>
              <a:t>To test behavior</a:t>
            </a:r>
            <a:endParaRPr b="0" lang="en-IN" sz="2000" spc="-1" strike="noStrike">
              <a:latin typeface="Arial"/>
            </a:endParaRPr>
          </a:p>
        </p:txBody>
      </p:sp>
    </p:spTree>
  </p:cSld>
  <mc:AlternateContent>
    <mc:Choice Requires="p14">
      <p:transition spd="slow" p14:dur="2000"/>
    </mc:Choice>
    <mc:Fallback>
      <p:transition spd="slow"/>
    </mc:Fallback>
  </mc:AlternateContent>
  <p:timing>
    <p:tnLst>
      <p:par>
        <p:cTn id="91" dur="indefinite" restart="never" nodeType="tmRoot">
          <p:childTnLst>
            <p:seq>
              <p:cTn id="92" dur="indefinite" nodeType="mainSeq">
                <p:childTnLst>
                  <p:par>
                    <p:cTn id="93" fill="hold">
                      <p:stCondLst>
                        <p:cond delay="indefinite"/>
                      </p:stCondLst>
                      <p:childTnLst>
                        <p:par>
                          <p:cTn id="94" fill="hold">
                            <p:stCondLst>
                              <p:cond delay="0"/>
                            </p:stCondLst>
                            <p:childTnLst>
                              <p:par>
                                <p:cTn id="95" nodeType="clickEffect" fill="hold" presetClass="entr" presetID="42">
                                  <p:stCondLst>
                                    <p:cond delay="0"/>
                                  </p:stCondLst>
                                  <p:childTnLst>
                                    <p:set>
                                      <p:cBhvr>
                                        <p:cTn id="96" dur="1" fill="hold">
                                          <p:stCondLst>
                                            <p:cond delay="0"/>
                                          </p:stCondLst>
                                        </p:cTn>
                                        <p:tgtEl>
                                          <p:spTgt spid="252">
                                            <p:txEl>
                                              <p:pRg st="0" end="0"/>
                                            </p:txEl>
                                          </p:spTgt>
                                        </p:tgtEl>
                                        <p:attrNameLst>
                                          <p:attrName>style.visibility</p:attrName>
                                        </p:attrNameLst>
                                      </p:cBhvr>
                                      <p:to>
                                        <p:strVal val="visible"/>
                                      </p:to>
                                    </p:set>
                                    <p:animEffect filter="fade" transition="in">
                                      <p:cBhvr additive="repl">
                                        <p:cTn id="97" dur="1000"/>
                                        <p:tgtEl>
                                          <p:spTgt spid="252">
                                            <p:txEl>
                                              <p:pRg st="0" end="0"/>
                                            </p:txEl>
                                          </p:spTgt>
                                        </p:tgtEl>
                                      </p:cBhvr>
                                    </p:animEffect>
                                    <p:anim calcmode="lin" valueType="num">
                                      <p:cBhvr additive="repl">
                                        <p:cTn id="98" dur="1000" fill="hold"/>
                                        <p:tgtEl>
                                          <p:spTgt spid="252">
                                            <p:txEl>
                                              <p:pRg st="0" end="0"/>
                                            </p:txEl>
                                          </p:spTgt>
                                        </p:tgtEl>
                                        <p:attrNameLst>
                                          <p:attrName>ppt_x</p:attrName>
                                        </p:attrNameLst>
                                      </p:cBhvr>
                                      <p:tavLst>
                                        <p:tav tm="0">
                                          <p:val>
                                            <p:strVal val="#ppt_x"/>
                                          </p:val>
                                        </p:tav>
                                        <p:tav tm="100000">
                                          <p:val>
                                            <p:strVal val="#ppt_x"/>
                                          </p:val>
                                        </p:tav>
                                      </p:tavLst>
                                    </p:anim>
                                    <p:anim calcmode="lin" valueType="num">
                                      <p:cBhvr additive="repl">
                                        <p:cTn id="99" dur="1000" fill="hold"/>
                                        <p:tgtEl>
                                          <p:spTgt spid="25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nodeType="clickEffect" fill="hold" presetClass="entr" presetID="1">
                                  <p:stCondLst>
                                    <p:cond delay="0"/>
                                  </p:stCondLst>
                                  <p:childTnLst>
                                    <p:set>
                                      <p:cBhvr>
                                        <p:cTn id="103" dur="1" fill="hold">
                                          <p:stCondLst>
                                            <p:cond delay="0"/>
                                          </p:stCondLst>
                                        </p:cTn>
                                        <p:tgtEl>
                                          <p:spTgt spid="252">
                                            <p:txEl>
                                              <p:pRg st="1" end="1"/>
                                            </p:txEl>
                                          </p:spTgt>
                                        </p:tgtEl>
                                        <p:attrNameLst>
                                          <p:attrName>style.visibility</p:attrName>
                                        </p:attrNameLst>
                                      </p:cBhvr>
                                      <p:to>
                                        <p:strVal val="visible"/>
                                      </p:to>
                                    </p:set>
                                  </p:childTnLst>
                                </p:cTn>
                              </p:par>
                              <p:par>
                                <p:cTn id="104" nodeType="withEffect" fill="hold" presetClass="entr" presetID="1">
                                  <p:stCondLst>
                                    <p:cond delay="0"/>
                                  </p:stCondLst>
                                  <p:childTnLst>
                                    <p:set>
                                      <p:cBhvr>
                                        <p:cTn id="105" dur="1" fill="hold">
                                          <p:stCondLst>
                                            <p:cond delay="0"/>
                                          </p:stCondLst>
                                        </p:cTn>
                                        <p:tgtEl>
                                          <p:spTgt spid="252">
                                            <p:txEl>
                                              <p:pRg st="2" end="2"/>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nodeType="clickEffect" fill="hold" presetClass="entr" presetID="1">
                                  <p:stCondLst>
                                    <p:cond delay="0"/>
                                  </p:stCondLst>
                                  <p:childTnLst>
                                    <p:set>
                                      <p:cBhvr>
                                        <p:cTn id="109" dur="1" fill="hold">
                                          <p:stCondLst>
                                            <p:cond delay="0"/>
                                          </p:stCondLst>
                                        </p:cTn>
                                        <p:tgtEl>
                                          <p:spTgt spid="252">
                                            <p:txEl>
                                              <p:pRg st="3" end="3"/>
                                            </p:txEl>
                                          </p:spTgt>
                                        </p:tgtEl>
                                        <p:attrNameLst>
                                          <p:attrName>style.visibility</p:attrName>
                                        </p:attrNameLst>
                                      </p:cBhvr>
                                      <p:to>
                                        <p:strVal val="visible"/>
                                      </p:to>
                                    </p:set>
                                  </p:childTnLst>
                                </p:cTn>
                              </p:par>
                              <p:par>
                                <p:cTn id="110" nodeType="withEffect" fill="hold" presetClass="entr" presetID="1">
                                  <p:stCondLst>
                                    <p:cond delay="0"/>
                                  </p:stCondLst>
                                  <p:childTnLst>
                                    <p:set>
                                      <p:cBhvr>
                                        <p:cTn id="111" dur="1" fill="hold">
                                          <p:stCondLst>
                                            <p:cond delay="0"/>
                                          </p:stCondLst>
                                        </p:cTn>
                                        <p:tgtEl>
                                          <p:spTgt spid="252">
                                            <p:txEl>
                                              <p:pRg st="4" end="4"/>
                                            </p:txEl>
                                          </p:spTgt>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nodeType="clickEffect" fill="hold" presetClass="entr" presetID="1">
                                  <p:stCondLst>
                                    <p:cond delay="0"/>
                                  </p:stCondLst>
                                  <p:childTnLst>
                                    <p:set>
                                      <p:cBhvr>
                                        <p:cTn id="115" dur="1" fill="hold">
                                          <p:stCondLst>
                                            <p:cond delay="0"/>
                                          </p:stCondLst>
                                        </p:cTn>
                                        <p:tgtEl>
                                          <p:spTgt spid="252">
                                            <p:txEl>
                                              <p:pRg st="5" end="5"/>
                                            </p:txEl>
                                          </p:spTgt>
                                        </p:tgtEl>
                                        <p:attrNameLst>
                                          <p:attrName>style.visibility</p:attrName>
                                        </p:attrNameLst>
                                      </p:cBhvr>
                                      <p:to>
                                        <p:strVal val="visible"/>
                                      </p:to>
                                    </p:set>
                                  </p:childTnLst>
                                </p:cTn>
                              </p:par>
                              <p:par>
                                <p:cTn id="116" nodeType="withEffect" fill="hold" presetClass="entr" presetID="1">
                                  <p:stCondLst>
                                    <p:cond delay="0"/>
                                  </p:stCondLst>
                                  <p:childTnLst>
                                    <p:set>
                                      <p:cBhvr>
                                        <p:cTn id="117" dur="1" fill="hold">
                                          <p:stCondLst>
                                            <p:cond delay="0"/>
                                          </p:stCondLst>
                                        </p:cTn>
                                        <p:tgtEl>
                                          <p:spTgt spid="252">
                                            <p:txEl>
                                              <p:pRg st="6" end="6"/>
                                            </p:txEl>
                                          </p:spTgt>
                                        </p:tgtEl>
                                        <p:attrNameLst>
                                          <p:attrName>style.visibility</p:attrName>
                                        </p:attrNameLst>
                                      </p:cBhvr>
                                      <p:to>
                                        <p:strVal val="visible"/>
                                      </p:to>
                                    </p:set>
                                  </p:childTnLst>
                                </p:cTn>
                              </p:par>
                              <p:par>
                                <p:cTn id="118" nodeType="withEffect" fill="hold" presetClass="entr" presetID="1">
                                  <p:stCondLst>
                                    <p:cond delay="0"/>
                                  </p:stCondLst>
                                  <p:childTnLst>
                                    <p:set>
                                      <p:cBhvr>
                                        <p:cTn id="119" dur="1" fill="hold">
                                          <p:stCondLst>
                                            <p:cond delay="0"/>
                                          </p:stCondLst>
                                        </p:cTn>
                                        <p:tgtEl>
                                          <p:spTgt spid="252">
                                            <p:txEl>
                                              <p:pRg st="7" end="7"/>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nodeType="clickEffect" fill="hold" presetClass="entr" presetID="1">
                                  <p:stCondLst>
                                    <p:cond delay="0"/>
                                  </p:stCondLst>
                                  <p:childTnLst>
                                    <p:set>
                                      <p:cBhvr>
                                        <p:cTn id="123" dur="1" fill="hold">
                                          <p:stCondLst>
                                            <p:cond delay="0"/>
                                          </p:stCondLst>
                                        </p:cTn>
                                        <p:tgtEl>
                                          <p:spTgt spid="252">
                                            <p:txEl>
                                              <p:pRg st="8" end="8"/>
                                            </p:txEl>
                                          </p:spTgt>
                                        </p:tgtEl>
                                        <p:attrNameLst>
                                          <p:attrName>style.visibility</p:attrName>
                                        </p:attrNameLst>
                                      </p:cBhvr>
                                      <p:to>
                                        <p:strVal val="visible"/>
                                      </p:to>
                                    </p:set>
                                  </p:childTnLst>
                                </p:cTn>
                              </p:par>
                              <p:par>
                                <p:cTn id="124" nodeType="withEffect" fill="hold" presetClass="entr" presetID="1">
                                  <p:stCondLst>
                                    <p:cond delay="0"/>
                                  </p:stCondLst>
                                  <p:childTnLst>
                                    <p:set>
                                      <p:cBhvr>
                                        <p:cTn id="125" dur="1" fill="hold">
                                          <p:stCondLst>
                                            <p:cond delay="0"/>
                                          </p:stCondLst>
                                        </p:cTn>
                                        <p:tgtEl>
                                          <p:spTgt spid="252">
                                            <p:txEl>
                                              <p:pRg st="9" end="9"/>
                                            </p:txEl>
                                          </p:spTgt>
                                        </p:tgtEl>
                                        <p:attrNameLst>
                                          <p:attrName>style.visibility</p:attrName>
                                        </p:attrNameLst>
                                      </p:cBhvr>
                                      <p:to>
                                        <p:strVal val="visible"/>
                                      </p:to>
                                    </p:set>
                                  </p:childTnLst>
                                </p:cTn>
                              </p:par>
                              <p:par>
                                <p:cTn id="126" nodeType="withEffect" fill="hold" presetClass="entr" presetID="1">
                                  <p:stCondLst>
                                    <p:cond delay="0"/>
                                  </p:stCondLst>
                                  <p:childTnLst>
                                    <p:set>
                                      <p:cBhvr>
                                        <p:cTn id="127" dur="1" fill="hold">
                                          <p:stCondLst>
                                            <p:cond delay="0"/>
                                          </p:stCondLst>
                                        </p:cTn>
                                        <p:tgtEl>
                                          <p:spTgt spid="252">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CustomShape 1"/>
          <p:cNvSpPr/>
          <p:nvPr/>
        </p:nvSpPr>
        <p:spPr>
          <a:xfrm>
            <a:off x="838080" y="1825560"/>
            <a:ext cx="10514160" cy="222120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spcBef>
                <a:spcPts val="1001"/>
              </a:spcBef>
              <a:tabLst>
                <a:tab algn="l" pos="0"/>
              </a:tabLst>
            </a:pPr>
            <a:r>
              <a:rPr b="0" lang="en-US" sz="4400" spc="-1" strike="noStrike">
                <a:solidFill>
                  <a:srgbClr val="ff0000"/>
                </a:solidFill>
                <a:latin typeface="Calibri"/>
                <a:ea typeface="DejaVu Sans"/>
              </a:rPr>
              <a:t>Mockito</a:t>
            </a:r>
            <a:r>
              <a:rPr b="0" lang="en-US" sz="2800" spc="-1" strike="noStrike">
                <a:solidFill>
                  <a:srgbClr val="000000"/>
                </a:solidFill>
                <a:latin typeface="Calibri"/>
                <a:ea typeface="DejaVu Sans"/>
              </a:rPr>
              <a:t> is a mocking framework for Java. Mockito allows convenient creation of substitutes of real objects for testing purposes. </a:t>
            </a:r>
            <a:endParaRPr b="0" lang="en-IN" sz="2800" spc="-1" strike="noStrike">
              <a:latin typeface="Arial"/>
            </a:endParaRPr>
          </a:p>
        </p:txBody>
      </p:sp>
      <p:grpSp>
        <p:nvGrpSpPr>
          <p:cNvPr id="254" name="Group 2"/>
          <p:cNvGrpSpPr/>
          <p:nvPr/>
        </p:nvGrpSpPr>
        <p:grpSpPr>
          <a:xfrm>
            <a:off x="1305000" y="4340160"/>
            <a:ext cx="9485640" cy="2221560"/>
            <a:chOff x="1305000" y="4340160"/>
            <a:chExt cx="9485640" cy="2221560"/>
          </a:xfrm>
        </p:grpSpPr>
        <p:sp>
          <p:nvSpPr>
            <p:cNvPr id="255" name="CustomShape 3"/>
            <p:cNvSpPr/>
            <p:nvPr/>
          </p:nvSpPr>
          <p:spPr>
            <a:xfrm>
              <a:off x="1305000" y="4340160"/>
              <a:ext cx="9485640" cy="2221200"/>
            </a:xfrm>
            <a:prstGeom prst="rect">
              <a:avLst/>
            </a:prstGeom>
            <a:noFill/>
            <a:ln>
              <a:noFill/>
            </a:ln>
          </p:spPr>
          <p:style>
            <a:lnRef idx="0"/>
            <a:fillRef idx="0"/>
            <a:effectRef idx="0"/>
            <a:fontRef idx="minor"/>
          </p:style>
        </p:sp>
        <p:sp>
          <p:nvSpPr>
            <p:cNvPr id="256" name="CustomShape 4"/>
            <p:cNvSpPr/>
            <p:nvPr/>
          </p:nvSpPr>
          <p:spPr>
            <a:xfrm>
              <a:off x="2016360" y="4340160"/>
              <a:ext cx="8062920" cy="2221560"/>
            </a:xfrm>
            <a:prstGeom prst="rightArrow">
              <a:avLst>
                <a:gd name="adj1" fmla="val 50000"/>
                <a:gd name="adj2" fmla="val 50000"/>
              </a:avLst>
            </a:prstGeom>
            <a:solidFill>
              <a:srgbClr val="cfd5e9"/>
            </a:solidFill>
            <a:ln>
              <a:noFill/>
            </a:ln>
          </p:spPr>
          <p:style>
            <a:lnRef idx="0"/>
            <a:fillRef idx="0"/>
            <a:effectRef idx="0"/>
            <a:fontRef idx="minor"/>
          </p:style>
        </p:sp>
        <p:sp>
          <p:nvSpPr>
            <p:cNvPr id="257" name="CustomShape 5"/>
            <p:cNvSpPr/>
            <p:nvPr/>
          </p:nvSpPr>
          <p:spPr>
            <a:xfrm>
              <a:off x="1585080" y="5006880"/>
              <a:ext cx="2845080" cy="887760"/>
            </a:xfrm>
            <a:prstGeom prst="roundRect">
              <a:avLst>
                <a:gd name="adj" fmla="val 16667"/>
              </a:avLst>
            </a:prstGeom>
            <a:solidFill>
              <a:srgbClr val="4472c4"/>
            </a:solidFill>
            <a:ln w="12600">
              <a:solidFill>
                <a:srgbClr val="ffffff"/>
              </a:solidFill>
              <a:miter/>
            </a:ln>
          </p:spPr>
          <p:style>
            <a:lnRef idx="0"/>
            <a:fillRef idx="0"/>
            <a:effectRef idx="0"/>
            <a:fontRef idx="minor"/>
          </p:style>
          <p:txBody>
            <a:bodyPr lIns="127440" rIns="83880" tIns="127440" bIns="127080" anchor="ctr">
              <a:noAutofit/>
            </a:bodyPr>
            <a:p>
              <a:pPr algn="ctr">
                <a:lnSpc>
                  <a:spcPct val="90000"/>
                </a:lnSpc>
                <a:spcAft>
                  <a:spcPts val="771"/>
                </a:spcAft>
                <a:tabLst>
                  <a:tab algn="l" pos="0"/>
                </a:tabLst>
              </a:pPr>
              <a:r>
                <a:rPr b="0" lang="en-IN" sz="2200" spc="-1" strike="noStrike">
                  <a:solidFill>
                    <a:srgbClr val="ffffff"/>
                  </a:solidFill>
                  <a:latin typeface="Arial"/>
                  <a:ea typeface="DejaVu Sans"/>
                </a:rPr>
                <a:t>Mock dependencies </a:t>
              </a:r>
              <a:endParaRPr b="0" lang="en-IN" sz="2200" spc="-1" strike="noStrike">
                <a:latin typeface="Arial"/>
              </a:endParaRPr>
            </a:p>
          </p:txBody>
        </p:sp>
        <p:sp>
          <p:nvSpPr>
            <p:cNvPr id="258" name="CustomShape 6"/>
            <p:cNvSpPr/>
            <p:nvPr/>
          </p:nvSpPr>
          <p:spPr>
            <a:xfrm>
              <a:off x="4625280" y="5006880"/>
              <a:ext cx="2845080" cy="887760"/>
            </a:xfrm>
            <a:prstGeom prst="roundRect">
              <a:avLst>
                <a:gd name="adj" fmla="val 16667"/>
              </a:avLst>
            </a:prstGeom>
            <a:solidFill>
              <a:srgbClr val="4472c4"/>
            </a:solidFill>
            <a:ln w="12600">
              <a:solidFill>
                <a:srgbClr val="ffffff"/>
              </a:solidFill>
              <a:miter/>
            </a:ln>
          </p:spPr>
          <p:style>
            <a:lnRef idx="0"/>
            <a:fillRef idx="0"/>
            <a:effectRef idx="0"/>
            <a:fontRef idx="minor"/>
          </p:style>
          <p:txBody>
            <a:bodyPr lIns="127440" rIns="83880" tIns="127440" bIns="127080" anchor="ctr">
              <a:noAutofit/>
            </a:bodyPr>
            <a:p>
              <a:pPr algn="ctr">
                <a:lnSpc>
                  <a:spcPct val="90000"/>
                </a:lnSpc>
                <a:spcAft>
                  <a:spcPts val="771"/>
                </a:spcAft>
                <a:tabLst>
                  <a:tab algn="l" pos="0"/>
                </a:tabLst>
              </a:pPr>
              <a:r>
                <a:rPr b="0" lang="en-IN" sz="2200" spc="-1" strike="noStrike">
                  <a:solidFill>
                    <a:srgbClr val="ffffff"/>
                  </a:solidFill>
                  <a:latin typeface="Arial"/>
                  <a:ea typeface="DejaVu Sans"/>
                </a:rPr>
                <a:t>execute code in the class </a:t>
              </a:r>
              <a:endParaRPr b="0" lang="en-IN" sz="2200" spc="-1" strike="noStrike">
                <a:latin typeface="Arial"/>
              </a:endParaRPr>
            </a:p>
          </p:txBody>
        </p:sp>
        <p:sp>
          <p:nvSpPr>
            <p:cNvPr id="259" name="CustomShape 7"/>
            <p:cNvSpPr/>
            <p:nvPr/>
          </p:nvSpPr>
          <p:spPr>
            <a:xfrm>
              <a:off x="7665480" y="5006880"/>
              <a:ext cx="2845080" cy="887760"/>
            </a:xfrm>
            <a:prstGeom prst="roundRect">
              <a:avLst>
                <a:gd name="adj" fmla="val 16667"/>
              </a:avLst>
            </a:prstGeom>
            <a:solidFill>
              <a:srgbClr val="4472c4"/>
            </a:solidFill>
            <a:ln w="12600">
              <a:solidFill>
                <a:srgbClr val="ffffff"/>
              </a:solidFill>
              <a:miter/>
            </a:ln>
          </p:spPr>
          <p:style>
            <a:lnRef idx="0"/>
            <a:fillRef idx="0"/>
            <a:effectRef idx="0"/>
            <a:fontRef idx="minor"/>
          </p:style>
          <p:txBody>
            <a:bodyPr lIns="127440" rIns="83880" tIns="127440" bIns="127080" anchor="ctr">
              <a:noAutofit/>
            </a:bodyPr>
            <a:p>
              <a:pPr algn="ctr">
                <a:lnSpc>
                  <a:spcPct val="90000"/>
                </a:lnSpc>
                <a:spcAft>
                  <a:spcPts val="771"/>
                </a:spcAft>
                <a:tabLst>
                  <a:tab algn="l" pos="0"/>
                </a:tabLst>
              </a:pPr>
              <a:r>
                <a:rPr b="0" lang="en-IN" sz="2200" spc="-1" strike="noStrike">
                  <a:solidFill>
                    <a:srgbClr val="ffffff"/>
                  </a:solidFill>
                  <a:latin typeface="Arial"/>
                  <a:ea typeface="DejaVu Sans"/>
                </a:rPr>
                <a:t>verify</a:t>
              </a:r>
              <a:endParaRPr b="0" lang="en-IN" sz="2200" spc="-1" strike="noStrike">
                <a:latin typeface="Arial"/>
              </a:endParaRPr>
            </a:p>
          </p:txBody>
        </p:sp>
      </p:gr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CustomShape 1"/>
          <p:cNvSpPr/>
          <p:nvPr/>
        </p:nvSpPr>
        <p:spPr>
          <a:xfrm>
            <a:off x="1638360" y="1886040"/>
            <a:ext cx="8466120" cy="3799080"/>
          </a:xfrm>
          <a:prstGeom prst="rect">
            <a:avLst/>
          </a:prstGeom>
          <a:solidFill>
            <a:srgbClr val="4472c4"/>
          </a:solidFill>
          <a:ln w="25560">
            <a:solidFill>
              <a:srgbClr val="ffffff"/>
            </a:solidFill>
            <a:miter/>
          </a:ln>
        </p:spPr>
        <p:style>
          <a:lnRef idx="0"/>
          <a:fillRef idx="0"/>
          <a:effectRef idx="0"/>
          <a:fontRef idx="minor"/>
        </p:style>
        <p:txBody>
          <a:bodyPr lIns="90000" rIns="90000" tIns="45000" bIns="45000" anchor="ctr">
            <a:noAutofit/>
          </a:bodyPr>
          <a:p>
            <a:pPr algn="ctr">
              <a:lnSpc>
                <a:spcPct val="100000"/>
              </a:lnSpc>
            </a:pPr>
            <a:r>
              <a:rPr b="0" lang="en-IN" sz="5400" spc="-1" strike="noStrike">
                <a:solidFill>
                  <a:srgbClr val="ffffff"/>
                </a:solidFill>
                <a:latin typeface="Calibri"/>
                <a:ea typeface="DejaVu Sans"/>
              </a:rPr>
              <a:t>Let’s see some code examples</a:t>
            </a:r>
            <a:endParaRPr b="0" lang="en-IN" sz="54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Limitations of Mockito library</a:t>
            </a:r>
            <a:endParaRPr b="0" lang="en-IN" sz="4400" spc="-1" strike="noStrike">
              <a:latin typeface="Arial"/>
            </a:endParaRPr>
          </a:p>
        </p:txBody>
      </p:sp>
      <p:sp>
        <p:nvSpPr>
          <p:cNvPr id="262"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IN" sz="2800" spc="-1" strike="noStrike">
                <a:solidFill>
                  <a:srgbClr val="000000"/>
                </a:solidFill>
                <a:latin typeface="Palatino Linotype"/>
                <a:ea typeface="DejaVu Sans"/>
              </a:rPr>
              <a:t>Can’t mock</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IN" sz="2400" spc="-1" strike="noStrike">
                <a:solidFill>
                  <a:srgbClr val="000000"/>
                </a:solidFill>
                <a:latin typeface="Palatino Linotype"/>
                <a:ea typeface="DejaVu Sans"/>
              </a:rPr>
              <a:t>Static methods</a:t>
            </a:r>
            <a:endParaRPr b="0" lang="en-IN" sz="2400" spc="-1" strike="noStrike">
              <a:latin typeface="Arial"/>
            </a:endParaRPr>
          </a:p>
          <a:p>
            <a:pPr lvl="1" marL="685800" indent="-227160">
              <a:lnSpc>
                <a:spcPct val="90000"/>
              </a:lnSpc>
              <a:spcBef>
                <a:spcPts val="499"/>
              </a:spcBef>
              <a:buClr>
                <a:srgbClr val="000000"/>
              </a:buClr>
              <a:buFont typeface="Arial"/>
              <a:buChar char="•"/>
            </a:pPr>
            <a:r>
              <a:rPr b="0" lang="en-IN" sz="2400" spc="-1" strike="noStrike">
                <a:solidFill>
                  <a:srgbClr val="000000"/>
                </a:solidFill>
                <a:latin typeface="Palatino Linotype"/>
                <a:ea typeface="DejaVu Sans"/>
              </a:rPr>
              <a:t>Private methods</a:t>
            </a:r>
            <a:endParaRPr b="0" lang="en-IN" sz="24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Palatino Linotype"/>
                <a:ea typeface="DejaVu Sans"/>
              </a:rPr>
              <a:t>Can’t mock constructors</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Palatino Linotype"/>
                <a:ea typeface="DejaVu Sans"/>
              </a:rPr>
              <a:t>Detailed – </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IN" sz="2400" spc="-1" strike="noStrike" u="sng">
                <a:solidFill>
                  <a:srgbClr val="0000ff"/>
                </a:solidFill>
                <a:uFillTx/>
                <a:latin typeface="Calibri"/>
                <a:ea typeface="DejaVu Sans"/>
                <a:hlinkClick r:id="rId1"/>
              </a:rPr>
              <a:t>https://github.com/mockito/mockito/wiki/FAQ#what-are-the-limitations-of-mockito</a:t>
            </a:r>
            <a:endParaRPr b="0" lang="en-IN" sz="2400" spc="-1" strike="noStrike">
              <a:latin typeface="Arial"/>
            </a:endParaRPr>
          </a:p>
        </p:txBody>
      </p:sp>
    </p:spTree>
  </p:cSld>
  <mc:AlternateContent>
    <mc:Choice Requires="p14">
      <p:transition spd="slow" p14:dur="2000"/>
    </mc:Choice>
    <mc:Fallback>
      <p:transition spd="slow"/>
    </mc:Fallback>
  </mc:AlternateContent>
  <p:timing>
    <p:tnLst>
      <p:par>
        <p:cTn id="128" dur="indefinite" restart="never" nodeType="tmRoot">
          <p:childTnLst>
            <p:seq>
              <p:cTn id="129" dur="indefinite" nodeType="mainSeq">
                <p:childTnLst>
                  <p:par>
                    <p:cTn id="130" fill="hold">
                      <p:stCondLst>
                        <p:cond delay="indefinite"/>
                      </p:stCondLst>
                      <p:childTnLst>
                        <p:par>
                          <p:cTn id="131" fill="hold">
                            <p:stCondLst>
                              <p:cond delay="0"/>
                            </p:stCondLst>
                            <p:childTnLst>
                              <p:par>
                                <p:cTn id="132" nodeType="clickEffect" fill="hold" presetClass="entr" presetID="42">
                                  <p:stCondLst>
                                    <p:cond delay="0"/>
                                  </p:stCondLst>
                                  <p:childTnLst>
                                    <p:set>
                                      <p:cBhvr>
                                        <p:cTn id="133" dur="1" fill="hold">
                                          <p:stCondLst>
                                            <p:cond delay="0"/>
                                          </p:stCondLst>
                                        </p:cTn>
                                        <p:tgtEl>
                                          <p:spTgt spid="262"/>
                                        </p:tgtEl>
                                        <p:attrNameLst>
                                          <p:attrName>style.visibility</p:attrName>
                                        </p:attrNameLst>
                                      </p:cBhvr>
                                      <p:to>
                                        <p:strVal val="visible"/>
                                      </p:to>
                                    </p:set>
                                    <p:animEffect filter="fade" transition="in">
                                      <p:cBhvr additive="repl">
                                        <p:cTn id="134" dur="1000"/>
                                        <p:tgtEl>
                                          <p:spTgt spid="262"/>
                                        </p:tgtEl>
                                      </p:cBhvr>
                                    </p:animEffect>
                                    <p:anim calcmode="lin" valueType="num">
                                      <p:cBhvr additive="repl">
                                        <p:cTn id="135" dur="1000" fill="hold"/>
                                        <p:tgtEl>
                                          <p:spTgt spid="262"/>
                                        </p:tgtEl>
                                        <p:attrNameLst>
                                          <p:attrName>ppt_x</p:attrName>
                                        </p:attrNameLst>
                                      </p:cBhvr>
                                      <p:tavLst>
                                        <p:tav tm="0">
                                          <p:val>
                                            <p:strVal val="#ppt_x"/>
                                          </p:val>
                                        </p:tav>
                                        <p:tav tm="100000">
                                          <p:val>
                                            <p:strVal val="#ppt_x"/>
                                          </p:val>
                                        </p:tav>
                                      </p:tavLst>
                                    </p:anim>
                                    <p:anim calcmode="lin" valueType="num">
                                      <p:cBhvr additive="repl">
                                        <p:cTn id="136" dur="1000" fill="hold"/>
                                        <p:tgtEl>
                                          <p:spTgt spid="262"/>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nodeType="clickEffect" fill="hold" presetClass="entr" presetID="42">
                                  <p:stCondLst>
                                    <p:cond delay="0"/>
                                  </p:stCondLst>
                                  <p:childTnLst>
                                    <p:set>
                                      <p:cBhvr>
                                        <p:cTn id="140" dur="1" fill="hold">
                                          <p:stCondLst>
                                            <p:cond delay="0"/>
                                          </p:stCondLst>
                                        </p:cTn>
                                        <p:tgtEl>
                                          <p:spTgt spid="262">
                                            <p:txEl>
                                              <p:pRg st="0" end="0"/>
                                            </p:txEl>
                                          </p:spTgt>
                                        </p:tgtEl>
                                        <p:attrNameLst>
                                          <p:attrName>style.visibility</p:attrName>
                                        </p:attrNameLst>
                                      </p:cBhvr>
                                      <p:to>
                                        <p:strVal val="visible"/>
                                      </p:to>
                                    </p:set>
                                    <p:animEffect filter="fade" transition="in">
                                      <p:cBhvr additive="repl">
                                        <p:cTn id="141" dur="1000"/>
                                        <p:tgtEl>
                                          <p:spTgt spid="262">
                                            <p:txEl>
                                              <p:pRg st="0" end="0"/>
                                            </p:txEl>
                                          </p:spTgt>
                                        </p:tgtEl>
                                      </p:cBhvr>
                                    </p:animEffect>
                                    <p:anim calcmode="lin" valueType="num">
                                      <p:cBhvr additive="repl">
                                        <p:cTn id="142" dur="1000" fill="hold"/>
                                        <p:tgtEl>
                                          <p:spTgt spid="262">
                                            <p:txEl>
                                              <p:pRg st="0" end="0"/>
                                            </p:txEl>
                                          </p:spTgt>
                                        </p:tgtEl>
                                        <p:attrNameLst>
                                          <p:attrName>ppt_x</p:attrName>
                                        </p:attrNameLst>
                                      </p:cBhvr>
                                      <p:tavLst>
                                        <p:tav tm="0">
                                          <p:val>
                                            <p:strVal val="#ppt_x"/>
                                          </p:val>
                                        </p:tav>
                                        <p:tav tm="100000">
                                          <p:val>
                                            <p:strVal val="#ppt_x"/>
                                          </p:val>
                                        </p:tav>
                                      </p:tavLst>
                                    </p:anim>
                                    <p:anim calcmode="lin" valueType="num">
                                      <p:cBhvr additive="repl">
                                        <p:cTn id="143" dur="1000" fill="hold"/>
                                        <p:tgtEl>
                                          <p:spTgt spid="262">
                                            <p:txEl>
                                              <p:pRg st="0" end="0"/>
                                            </p:txEl>
                                          </p:spTgt>
                                        </p:tgtEl>
                                        <p:attrNameLst>
                                          <p:attrName>ppt_y</p:attrName>
                                        </p:attrNameLst>
                                      </p:cBhvr>
                                      <p:tavLst>
                                        <p:tav tm="0">
                                          <p:val>
                                            <p:strVal val="#ppt_y+.1"/>
                                          </p:val>
                                        </p:tav>
                                        <p:tav tm="100000">
                                          <p:val>
                                            <p:strVal val="#ppt_y"/>
                                          </p:val>
                                        </p:tav>
                                      </p:tavLst>
                                    </p:anim>
                                  </p:childTnLst>
                                </p:cTn>
                              </p:par>
                              <p:par>
                                <p:cTn id="144" nodeType="withEffect" fill="hold" presetClass="entr" presetID="42">
                                  <p:stCondLst>
                                    <p:cond delay="0"/>
                                  </p:stCondLst>
                                  <p:childTnLst>
                                    <p:set>
                                      <p:cBhvr>
                                        <p:cTn id="145" dur="1" fill="hold">
                                          <p:stCondLst>
                                            <p:cond delay="0"/>
                                          </p:stCondLst>
                                        </p:cTn>
                                        <p:tgtEl>
                                          <p:spTgt spid="262">
                                            <p:txEl>
                                              <p:pRg st="1" end="1"/>
                                            </p:txEl>
                                          </p:spTgt>
                                        </p:tgtEl>
                                        <p:attrNameLst>
                                          <p:attrName>style.visibility</p:attrName>
                                        </p:attrNameLst>
                                      </p:cBhvr>
                                      <p:to>
                                        <p:strVal val="visible"/>
                                      </p:to>
                                    </p:set>
                                    <p:animEffect filter="fade" transition="in">
                                      <p:cBhvr additive="repl">
                                        <p:cTn id="146" dur="1000"/>
                                        <p:tgtEl>
                                          <p:spTgt spid="262">
                                            <p:txEl>
                                              <p:pRg st="1" end="1"/>
                                            </p:txEl>
                                          </p:spTgt>
                                        </p:tgtEl>
                                      </p:cBhvr>
                                    </p:animEffect>
                                    <p:anim calcmode="lin" valueType="num">
                                      <p:cBhvr additive="repl">
                                        <p:cTn id="147" dur="1000" fill="hold"/>
                                        <p:tgtEl>
                                          <p:spTgt spid="262">
                                            <p:txEl>
                                              <p:pRg st="1" end="1"/>
                                            </p:txEl>
                                          </p:spTgt>
                                        </p:tgtEl>
                                        <p:attrNameLst>
                                          <p:attrName>ppt_x</p:attrName>
                                        </p:attrNameLst>
                                      </p:cBhvr>
                                      <p:tavLst>
                                        <p:tav tm="0">
                                          <p:val>
                                            <p:strVal val="#ppt_x"/>
                                          </p:val>
                                        </p:tav>
                                        <p:tav tm="100000">
                                          <p:val>
                                            <p:strVal val="#ppt_x"/>
                                          </p:val>
                                        </p:tav>
                                      </p:tavLst>
                                    </p:anim>
                                    <p:anim calcmode="lin" valueType="num">
                                      <p:cBhvr additive="repl">
                                        <p:cTn id="148" dur="1000" fill="hold"/>
                                        <p:tgtEl>
                                          <p:spTgt spid="262">
                                            <p:txEl>
                                              <p:pRg st="1" end="1"/>
                                            </p:txEl>
                                          </p:spTgt>
                                        </p:tgtEl>
                                        <p:attrNameLst>
                                          <p:attrName>ppt_y</p:attrName>
                                        </p:attrNameLst>
                                      </p:cBhvr>
                                      <p:tavLst>
                                        <p:tav tm="0">
                                          <p:val>
                                            <p:strVal val="#ppt_y+.1"/>
                                          </p:val>
                                        </p:tav>
                                        <p:tav tm="100000">
                                          <p:val>
                                            <p:strVal val="#ppt_y"/>
                                          </p:val>
                                        </p:tav>
                                      </p:tavLst>
                                    </p:anim>
                                  </p:childTnLst>
                                </p:cTn>
                              </p:par>
                              <p:par>
                                <p:cTn id="149" nodeType="withEffect" fill="hold" presetClass="entr" presetID="42">
                                  <p:stCondLst>
                                    <p:cond delay="0"/>
                                  </p:stCondLst>
                                  <p:childTnLst>
                                    <p:set>
                                      <p:cBhvr>
                                        <p:cTn id="150" dur="1" fill="hold">
                                          <p:stCondLst>
                                            <p:cond delay="0"/>
                                          </p:stCondLst>
                                        </p:cTn>
                                        <p:tgtEl>
                                          <p:spTgt spid="262">
                                            <p:txEl>
                                              <p:pRg st="2" end="2"/>
                                            </p:txEl>
                                          </p:spTgt>
                                        </p:tgtEl>
                                        <p:attrNameLst>
                                          <p:attrName>style.visibility</p:attrName>
                                        </p:attrNameLst>
                                      </p:cBhvr>
                                      <p:to>
                                        <p:strVal val="visible"/>
                                      </p:to>
                                    </p:set>
                                    <p:animEffect filter="fade" transition="in">
                                      <p:cBhvr additive="repl">
                                        <p:cTn id="151" dur="1000"/>
                                        <p:tgtEl>
                                          <p:spTgt spid="262">
                                            <p:txEl>
                                              <p:pRg st="2" end="2"/>
                                            </p:txEl>
                                          </p:spTgt>
                                        </p:tgtEl>
                                      </p:cBhvr>
                                    </p:animEffect>
                                    <p:anim calcmode="lin" valueType="num">
                                      <p:cBhvr additive="repl">
                                        <p:cTn id="152" dur="1000" fill="hold"/>
                                        <p:tgtEl>
                                          <p:spTgt spid="262">
                                            <p:txEl>
                                              <p:pRg st="2" end="2"/>
                                            </p:txEl>
                                          </p:spTgt>
                                        </p:tgtEl>
                                        <p:attrNameLst>
                                          <p:attrName>ppt_x</p:attrName>
                                        </p:attrNameLst>
                                      </p:cBhvr>
                                      <p:tavLst>
                                        <p:tav tm="0">
                                          <p:val>
                                            <p:strVal val="#ppt_x"/>
                                          </p:val>
                                        </p:tav>
                                        <p:tav tm="100000">
                                          <p:val>
                                            <p:strVal val="#ppt_x"/>
                                          </p:val>
                                        </p:tav>
                                      </p:tavLst>
                                    </p:anim>
                                    <p:anim calcmode="lin" valueType="num">
                                      <p:cBhvr additive="repl">
                                        <p:cTn id="153" dur="1000" fill="hold"/>
                                        <p:tgtEl>
                                          <p:spTgt spid="26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nodeType="clickEffect" fill="hold" presetClass="entr" presetID="42">
                                  <p:stCondLst>
                                    <p:cond delay="0"/>
                                  </p:stCondLst>
                                  <p:childTnLst>
                                    <p:set>
                                      <p:cBhvr>
                                        <p:cTn id="157" dur="1" fill="hold">
                                          <p:stCondLst>
                                            <p:cond delay="0"/>
                                          </p:stCondLst>
                                        </p:cTn>
                                        <p:tgtEl>
                                          <p:spTgt spid="262">
                                            <p:txEl>
                                              <p:pRg st="3" end="3"/>
                                            </p:txEl>
                                          </p:spTgt>
                                        </p:tgtEl>
                                        <p:attrNameLst>
                                          <p:attrName>style.visibility</p:attrName>
                                        </p:attrNameLst>
                                      </p:cBhvr>
                                      <p:to>
                                        <p:strVal val="visible"/>
                                      </p:to>
                                    </p:set>
                                    <p:animEffect filter="fade" transition="in">
                                      <p:cBhvr additive="repl">
                                        <p:cTn id="158" dur="1000"/>
                                        <p:tgtEl>
                                          <p:spTgt spid="262">
                                            <p:txEl>
                                              <p:pRg st="3" end="3"/>
                                            </p:txEl>
                                          </p:spTgt>
                                        </p:tgtEl>
                                      </p:cBhvr>
                                    </p:animEffect>
                                    <p:anim calcmode="lin" valueType="num">
                                      <p:cBhvr additive="repl">
                                        <p:cTn id="159" dur="1000" fill="hold"/>
                                        <p:tgtEl>
                                          <p:spTgt spid="262">
                                            <p:txEl>
                                              <p:pRg st="3" end="3"/>
                                            </p:txEl>
                                          </p:spTgt>
                                        </p:tgtEl>
                                        <p:attrNameLst>
                                          <p:attrName>ppt_x</p:attrName>
                                        </p:attrNameLst>
                                      </p:cBhvr>
                                      <p:tavLst>
                                        <p:tav tm="0">
                                          <p:val>
                                            <p:strVal val="#ppt_x"/>
                                          </p:val>
                                        </p:tav>
                                        <p:tav tm="100000">
                                          <p:val>
                                            <p:strVal val="#ppt_x"/>
                                          </p:val>
                                        </p:tav>
                                      </p:tavLst>
                                    </p:anim>
                                    <p:anim calcmode="lin" valueType="num">
                                      <p:cBhvr additive="repl">
                                        <p:cTn id="160" dur="1000" fill="hold"/>
                                        <p:tgtEl>
                                          <p:spTgt spid="26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nodeType="clickEffect" fill="hold" presetClass="entr" presetID="42">
                                  <p:stCondLst>
                                    <p:cond delay="0"/>
                                  </p:stCondLst>
                                  <p:childTnLst>
                                    <p:set>
                                      <p:cBhvr>
                                        <p:cTn id="164" dur="1" fill="hold">
                                          <p:stCondLst>
                                            <p:cond delay="0"/>
                                          </p:stCondLst>
                                        </p:cTn>
                                        <p:tgtEl>
                                          <p:spTgt spid="262">
                                            <p:txEl>
                                              <p:pRg st="4" end="4"/>
                                            </p:txEl>
                                          </p:spTgt>
                                        </p:tgtEl>
                                        <p:attrNameLst>
                                          <p:attrName>style.visibility</p:attrName>
                                        </p:attrNameLst>
                                      </p:cBhvr>
                                      <p:to>
                                        <p:strVal val="visible"/>
                                      </p:to>
                                    </p:set>
                                    <p:animEffect filter="fade" transition="in">
                                      <p:cBhvr additive="repl">
                                        <p:cTn id="165" dur="1000"/>
                                        <p:tgtEl>
                                          <p:spTgt spid="262">
                                            <p:txEl>
                                              <p:pRg st="4" end="4"/>
                                            </p:txEl>
                                          </p:spTgt>
                                        </p:tgtEl>
                                      </p:cBhvr>
                                    </p:animEffect>
                                    <p:anim calcmode="lin" valueType="num">
                                      <p:cBhvr additive="repl">
                                        <p:cTn id="166" dur="1000" fill="hold"/>
                                        <p:tgtEl>
                                          <p:spTgt spid="262">
                                            <p:txEl>
                                              <p:pRg st="4" end="4"/>
                                            </p:txEl>
                                          </p:spTgt>
                                        </p:tgtEl>
                                        <p:attrNameLst>
                                          <p:attrName>ppt_x</p:attrName>
                                        </p:attrNameLst>
                                      </p:cBhvr>
                                      <p:tavLst>
                                        <p:tav tm="0">
                                          <p:val>
                                            <p:strVal val="#ppt_x"/>
                                          </p:val>
                                        </p:tav>
                                        <p:tav tm="100000">
                                          <p:val>
                                            <p:strVal val="#ppt_x"/>
                                          </p:val>
                                        </p:tav>
                                      </p:tavLst>
                                    </p:anim>
                                    <p:anim calcmode="lin" valueType="num">
                                      <p:cBhvr additive="repl">
                                        <p:cTn id="167" dur="1000" fill="hold"/>
                                        <p:tgtEl>
                                          <p:spTgt spid="262">
                                            <p:txEl>
                                              <p:pRg st="4" end="4"/>
                                            </p:txEl>
                                          </p:spTgt>
                                        </p:tgtEl>
                                        <p:attrNameLst>
                                          <p:attrName>ppt_y</p:attrName>
                                        </p:attrNameLst>
                                      </p:cBhvr>
                                      <p:tavLst>
                                        <p:tav tm="0">
                                          <p:val>
                                            <p:strVal val="#ppt_y+.1"/>
                                          </p:val>
                                        </p:tav>
                                        <p:tav tm="100000">
                                          <p:val>
                                            <p:strVal val="#ppt_y"/>
                                          </p:val>
                                        </p:tav>
                                      </p:tavLst>
                                    </p:anim>
                                  </p:childTnLst>
                                </p:cTn>
                              </p:par>
                              <p:par>
                                <p:cTn id="168" nodeType="withEffect" fill="hold" presetClass="entr" presetID="42">
                                  <p:stCondLst>
                                    <p:cond delay="0"/>
                                  </p:stCondLst>
                                  <p:childTnLst>
                                    <p:set>
                                      <p:cBhvr>
                                        <p:cTn id="169" dur="1" fill="hold">
                                          <p:stCondLst>
                                            <p:cond delay="0"/>
                                          </p:stCondLst>
                                        </p:cTn>
                                        <p:tgtEl>
                                          <p:spTgt spid="262">
                                            <p:txEl>
                                              <p:pRg st="5" end="5"/>
                                            </p:txEl>
                                          </p:spTgt>
                                        </p:tgtEl>
                                        <p:attrNameLst>
                                          <p:attrName>style.visibility</p:attrName>
                                        </p:attrNameLst>
                                      </p:cBhvr>
                                      <p:to>
                                        <p:strVal val="visible"/>
                                      </p:to>
                                    </p:set>
                                    <p:animEffect filter="fade" transition="in">
                                      <p:cBhvr additive="repl">
                                        <p:cTn id="170" dur="1000"/>
                                        <p:tgtEl>
                                          <p:spTgt spid="262">
                                            <p:txEl>
                                              <p:pRg st="5" end="5"/>
                                            </p:txEl>
                                          </p:spTgt>
                                        </p:tgtEl>
                                      </p:cBhvr>
                                    </p:animEffect>
                                    <p:anim calcmode="lin" valueType="num">
                                      <p:cBhvr additive="repl">
                                        <p:cTn id="171" dur="1000" fill="hold"/>
                                        <p:tgtEl>
                                          <p:spTgt spid="262">
                                            <p:txEl>
                                              <p:pRg st="5" end="5"/>
                                            </p:txEl>
                                          </p:spTgt>
                                        </p:tgtEl>
                                        <p:attrNameLst>
                                          <p:attrName>ppt_x</p:attrName>
                                        </p:attrNameLst>
                                      </p:cBhvr>
                                      <p:tavLst>
                                        <p:tav tm="0">
                                          <p:val>
                                            <p:strVal val="#ppt_x"/>
                                          </p:val>
                                        </p:tav>
                                        <p:tav tm="100000">
                                          <p:val>
                                            <p:strVal val="#ppt_x"/>
                                          </p:val>
                                        </p:tav>
                                      </p:tavLst>
                                    </p:anim>
                                    <p:anim calcmode="lin" valueType="num">
                                      <p:cBhvr additive="repl">
                                        <p:cTn id="172" dur="1000" fill="hold"/>
                                        <p:tgtEl>
                                          <p:spTgt spid="26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3" name="Picture 3" descr=""/>
          <p:cNvPicPr/>
          <p:nvPr/>
        </p:nvPicPr>
        <p:blipFill>
          <a:blip r:embed="rId1">
            <a:alphaModFix amt="50000"/>
          </a:blip>
          <a:stretch/>
        </p:blipFill>
        <p:spPr>
          <a:xfrm>
            <a:off x="2830320" y="4031280"/>
            <a:ext cx="6744960" cy="2304000"/>
          </a:xfrm>
          <a:prstGeom prst="rect">
            <a:avLst/>
          </a:prstGeom>
          <a:ln>
            <a:noFill/>
          </a:ln>
        </p:spPr>
      </p:pic>
      <p:sp>
        <p:nvSpPr>
          <p:cNvPr id="264" name="CustomShape 1"/>
          <p:cNvSpPr/>
          <p:nvPr/>
        </p:nvSpPr>
        <p:spPr>
          <a:xfrm>
            <a:off x="1584000" y="1008000"/>
            <a:ext cx="9503280" cy="310248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IN" sz="8800" spc="-1" strike="noStrike" u="sng">
                <a:solidFill>
                  <a:srgbClr val="5b277d"/>
                </a:solidFill>
                <a:uFillTx/>
                <a:latin typeface="comic"/>
                <a:ea typeface="DejaVu Sans"/>
              </a:rPr>
              <a:t>Code coverage</a:t>
            </a:r>
            <a:endParaRPr b="0" lang="en-IN" sz="8800" spc="-1" strike="noStrike">
              <a:latin typeface="Arial"/>
            </a:endParaRPr>
          </a:p>
          <a:p>
            <a:pPr>
              <a:lnSpc>
                <a:spcPct val="100000"/>
              </a:lnSpc>
            </a:pPr>
            <a:endParaRPr b="0" lang="en-IN" sz="88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What is code coverage??</a:t>
            </a:r>
            <a:endParaRPr b="0" lang="en-IN" sz="4400" spc="-1" strike="noStrike">
              <a:latin typeface="Arial"/>
            </a:endParaRPr>
          </a:p>
        </p:txBody>
      </p:sp>
      <p:sp>
        <p:nvSpPr>
          <p:cNvPr id="266"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Code coverage is a measurement of how many lines/blocks of your code are executed while the automated tests are running.</a:t>
            </a:r>
            <a:endParaRPr b="0" lang="en-IN" sz="2800" spc="-1" strike="noStrike">
              <a:latin typeface="Arial"/>
            </a:endParaRPr>
          </a:p>
          <a:p>
            <a:pPr>
              <a:lnSpc>
                <a:spcPct val="90000"/>
              </a:lnSpc>
              <a:spcBef>
                <a:spcPts val="1001"/>
              </a:spcBef>
            </a:pPr>
            <a:endParaRPr b="0" lang="en-IN" sz="2800" spc="-1" strike="noStrike">
              <a:latin typeface="Arial"/>
            </a:endParaRPr>
          </a:p>
          <a:p>
            <a:pPr>
              <a:lnSpc>
                <a:spcPct val="90000"/>
              </a:lnSpc>
              <a:spcBef>
                <a:spcPts val="1001"/>
              </a:spcBef>
            </a:pPr>
            <a:endParaRPr b="0" lang="en-IN" sz="2800" spc="-1" strike="noStrike">
              <a:latin typeface="Arial"/>
            </a:endParaRPr>
          </a:p>
          <a:p>
            <a:pPr>
              <a:lnSpc>
                <a:spcPct val="90000"/>
              </a:lnSpc>
              <a:spcBef>
                <a:spcPts val="1001"/>
              </a:spcBef>
              <a:tabLst>
                <a:tab algn="l" pos="0"/>
              </a:tabLst>
            </a:pP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173" dur="indefinite" restart="never" nodeType="tmRoot">
          <p:childTnLst>
            <p:seq>
              <p:cTn id="174" dur="indefinite" nodeType="mainSeq">
                <p:childTnLst>
                  <p:par>
                    <p:cTn id="175" fill="hold">
                      <p:stCondLst>
                        <p:cond delay="indefinite"/>
                      </p:stCondLst>
                      <p:childTnLst>
                        <p:par>
                          <p:cTn id="176" fill="hold">
                            <p:stCondLst>
                              <p:cond delay="0"/>
                            </p:stCondLst>
                            <p:childTnLst>
                              <p:par>
                                <p:cTn id="177" nodeType="clickEffect" fill="hold" presetClass="entr" presetID="42">
                                  <p:stCondLst>
                                    <p:cond delay="0"/>
                                  </p:stCondLst>
                                  <p:childTnLst>
                                    <p:set>
                                      <p:cBhvr>
                                        <p:cTn id="178" dur="1" fill="hold">
                                          <p:stCondLst>
                                            <p:cond delay="0"/>
                                          </p:stCondLst>
                                        </p:cTn>
                                        <p:tgtEl>
                                          <p:spTgt spid="266">
                                            <p:txEl>
                                              <p:pRg st="0" end="0"/>
                                            </p:txEl>
                                          </p:spTgt>
                                        </p:tgtEl>
                                        <p:attrNameLst>
                                          <p:attrName>style.visibility</p:attrName>
                                        </p:attrNameLst>
                                      </p:cBhvr>
                                      <p:to>
                                        <p:strVal val="visible"/>
                                      </p:to>
                                    </p:set>
                                    <p:animEffect filter="fade" transition="in">
                                      <p:cBhvr additive="repl">
                                        <p:cTn id="179" dur="1000"/>
                                        <p:tgtEl>
                                          <p:spTgt spid="266">
                                            <p:txEl>
                                              <p:pRg st="0" end="0"/>
                                            </p:txEl>
                                          </p:spTgt>
                                        </p:tgtEl>
                                      </p:cBhvr>
                                    </p:animEffect>
                                    <p:anim calcmode="lin" valueType="num">
                                      <p:cBhvr additive="repl">
                                        <p:cTn id="180" dur="1000" fill="hold"/>
                                        <p:tgtEl>
                                          <p:spTgt spid="266">
                                            <p:txEl>
                                              <p:pRg st="0" end="0"/>
                                            </p:txEl>
                                          </p:spTgt>
                                        </p:tgtEl>
                                        <p:attrNameLst>
                                          <p:attrName>ppt_x</p:attrName>
                                        </p:attrNameLst>
                                      </p:cBhvr>
                                      <p:tavLst>
                                        <p:tav tm="0">
                                          <p:val>
                                            <p:strVal val="#ppt_x"/>
                                          </p:val>
                                        </p:tav>
                                        <p:tav tm="100000">
                                          <p:val>
                                            <p:strVal val="#ppt_x"/>
                                          </p:val>
                                        </p:tav>
                                      </p:tavLst>
                                    </p:anim>
                                    <p:anim calcmode="lin" valueType="num">
                                      <p:cBhvr additive="repl">
                                        <p:cTn id="181" dur="1000" fill="hold"/>
                                        <p:tgtEl>
                                          <p:spTgt spid="26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How it’s measured??</a:t>
            </a:r>
            <a:endParaRPr b="0" lang="en-IN" sz="4400" spc="-1" strike="noStrike">
              <a:latin typeface="Arial"/>
            </a:endParaRPr>
          </a:p>
        </p:txBody>
      </p:sp>
      <p:sp>
        <p:nvSpPr>
          <p:cNvPr id="268"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Code coverage is collected by using a specialized tool to instrument the binaries to add tracing calls and run a full set of automated tests against the instrumented product.</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Steps</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Source/Intermediate code instrumentation</a:t>
            </a:r>
            <a:endParaRPr b="0" lang="en-IN" sz="24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Runtime information collection</a:t>
            </a:r>
            <a:endParaRPr b="0" lang="en-IN" sz="2400" spc="-1" strike="noStrike">
              <a:latin typeface="Arial"/>
            </a:endParaRPr>
          </a:p>
          <a:p>
            <a:pPr>
              <a:lnSpc>
                <a:spcPct val="90000"/>
              </a:lnSpc>
              <a:spcBef>
                <a:spcPts val="1001"/>
              </a:spcBef>
            </a:pPr>
            <a:endParaRPr b="0" lang="en-IN" sz="2400" spc="-1" strike="noStrike">
              <a:latin typeface="Arial"/>
            </a:endParaRPr>
          </a:p>
        </p:txBody>
      </p:sp>
    </p:spTree>
  </p:cSld>
  <mc:AlternateContent>
    <mc:Choice Requires="p14">
      <p:transition spd="slow" p14:dur="2000"/>
    </mc:Choice>
    <mc:Fallback>
      <p:transition spd="slow"/>
    </mc:Fallback>
  </mc:AlternateContent>
  <p:timing>
    <p:tnLst>
      <p:par>
        <p:cTn id="182" dur="indefinite" restart="never" nodeType="tmRoot">
          <p:childTnLst>
            <p:seq>
              <p:cTn id="183" dur="indefinite" nodeType="mainSeq">
                <p:childTnLst>
                  <p:par>
                    <p:cTn id="184" fill="hold">
                      <p:stCondLst>
                        <p:cond delay="indefinite"/>
                      </p:stCondLst>
                      <p:childTnLst>
                        <p:par>
                          <p:cTn id="185" fill="hold">
                            <p:stCondLst>
                              <p:cond delay="0"/>
                            </p:stCondLst>
                            <p:childTnLst>
                              <p:par>
                                <p:cTn id="186" nodeType="clickEffect" fill="hold" presetClass="entr" presetID="42">
                                  <p:stCondLst>
                                    <p:cond delay="0"/>
                                  </p:stCondLst>
                                  <p:childTnLst>
                                    <p:set>
                                      <p:cBhvr>
                                        <p:cTn id="187" dur="1" fill="hold">
                                          <p:stCondLst>
                                            <p:cond delay="0"/>
                                          </p:stCondLst>
                                        </p:cTn>
                                        <p:tgtEl>
                                          <p:spTgt spid="268">
                                            <p:txEl>
                                              <p:pRg st="0" end="0"/>
                                            </p:txEl>
                                          </p:spTgt>
                                        </p:tgtEl>
                                        <p:attrNameLst>
                                          <p:attrName>style.visibility</p:attrName>
                                        </p:attrNameLst>
                                      </p:cBhvr>
                                      <p:to>
                                        <p:strVal val="visible"/>
                                      </p:to>
                                    </p:set>
                                    <p:animEffect filter="fade" transition="in">
                                      <p:cBhvr additive="repl">
                                        <p:cTn id="188" dur="1000"/>
                                        <p:tgtEl>
                                          <p:spTgt spid="268">
                                            <p:txEl>
                                              <p:pRg st="0" end="0"/>
                                            </p:txEl>
                                          </p:spTgt>
                                        </p:tgtEl>
                                      </p:cBhvr>
                                    </p:animEffect>
                                    <p:anim calcmode="lin" valueType="num">
                                      <p:cBhvr additive="repl">
                                        <p:cTn id="189" dur="1000" fill="hold"/>
                                        <p:tgtEl>
                                          <p:spTgt spid="268">
                                            <p:txEl>
                                              <p:pRg st="0" end="0"/>
                                            </p:txEl>
                                          </p:spTgt>
                                        </p:tgtEl>
                                        <p:attrNameLst>
                                          <p:attrName>ppt_x</p:attrName>
                                        </p:attrNameLst>
                                      </p:cBhvr>
                                      <p:tavLst>
                                        <p:tav tm="0">
                                          <p:val>
                                            <p:strVal val="#ppt_x"/>
                                          </p:val>
                                        </p:tav>
                                        <p:tav tm="100000">
                                          <p:val>
                                            <p:strVal val="#ppt_x"/>
                                          </p:val>
                                        </p:tav>
                                      </p:tavLst>
                                    </p:anim>
                                    <p:anim calcmode="lin" valueType="num">
                                      <p:cBhvr additive="repl">
                                        <p:cTn id="190" dur="1000" fill="hold"/>
                                        <p:tgtEl>
                                          <p:spTgt spid="26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42">
                                  <p:stCondLst>
                                    <p:cond delay="0"/>
                                  </p:stCondLst>
                                  <p:childTnLst>
                                    <p:set>
                                      <p:cBhvr>
                                        <p:cTn id="194" dur="1" fill="hold">
                                          <p:stCondLst>
                                            <p:cond delay="0"/>
                                          </p:stCondLst>
                                        </p:cTn>
                                        <p:tgtEl>
                                          <p:spTgt spid="268">
                                            <p:txEl>
                                              <p:pRg st="1" end="1"/>
                                            </p:txEl>
                                          </p:spTgt>
                                        </p:tgtEl>
                                        <p:attrNameLst>
                                          <p:attrName>style.visibility</p:attrName>
                                        </p:attrNameLst>
                                      </p:cBhvr>
                                      <p:to>
                                        <p:strVal val="visible"/>
                                      </p:to>
                                    </p:set>
                                    <p:animEffect filter="fade" transition="in">
                                      <p:cBhvr additive="repl">
                                        <p:cTn id="195" dur="1000"/>
                                        <p:tgtEl>
                                          <p:spTgt spid="268">
                                            <p:txEl>
                                              <p:pRg st="1" end="1"/>
                                            </p:txEl>
                                          </p:spTgt>
                                        </p:tgtEl>
                                      </p:cBhvr>
                                    </p:animEffect>
                                    <p:anim calcmode="lin" valueType="num">
                                      <p:cBhvr additive="repl">
                                        <p:cTn id="196" dur="1000" fill="hold"/>
                                        <p:tgtEl>
                                          <p:spTgt spid="268">
                                            <p:txEl>
                                              <p:pRg st="1" end="1"/>
                                            </p:txEl>
                                          </p:spTgt>
                                        </p:tgtEl>
                                        <p:attrNameLst>
                                          <p:attrName>ppt_x</p:attrName>
                                        </p:attrNameLst>
                                      </p:cBhvr>
                                      <p:tavLst>
                                        <p:tav tm="0">
                                          <p:val>
                                            <p:strVal val="#ppt_x"/>
                                          </p:val>
                                        </p:tav>
                                        <p:tav tm="100000">
                                          <p:val>
                                            <p:strVal val="#ppt_x"/>
                                          </p:val>
                                        </p:tav>
                                      </p:tavLst>
                                    </p:anim>
                                    <p:anim calcmode="lin" valueType="num">
                                      <p:cBhvr additive="repl">
                                        <p:cTn id="197" dur="1000" fill="hold"/>
                                        <p:tgtEl>
                                          <p:spTgt spid="268">
                                            <p:txEl>
                                              <p:pRg st="1" end="1"/>
                                            </p:txEl>
                                          </p:spTgt>
                                        </p:tgtEl>
                                        <p:attrNameLst>
                                          <p:attrName>ppt_y</p:attrName>
                                        </p:attrNameLst>
                                      </p:cBhvr>
                                      <p:tavLst>
                                        <p:tav tm="0">
                                          <p:val>
                                            <p:strVal val="#ppt_y+.1"/>
                                          </p:val>
                                        </p:tav>
                                        <p:tav tm="100000">
                                          <p:val>
                                            <p:strVal val="#ppt_y"/>
                                          </p:val>
                                        </p:tav>
                                      </p:tavLst>
                                    </p:anim>
                                  </p:childTnLst>
                                </p:cTn>
                              </p:par>
                              <p:par>
                                <p:cTn id="198" nodeType="withEffect" fill="hold" presetClass="entr" presetID="42">
                                  <p:stCondLst>
                                    <p:cond delay="0"/>
                                  </p:stCondLst>
                                  <p:childTnLst>
                                    <p:set>
                                      <p:cBhvr>
                                        <p:cTn id="199" dur="1" fill="hold">
                                          <p:stCondLst>
                                            <p:cond delay="0"/>
                                          </p:stCondLst>
                                        </p:cTn>
                                        <p:tgtEl>
                                          <p:spTgt spid="268">
                                            <p:txEl>
                                              <p:pRg st="2" end="2"/>
                                            </p:txEl>
                                          </p:spTgt>
                                        </p:tgtEl>
                                        <p:attrNameLst>
                                          <p:attrName>style.visibility</p:attrName>
                                        </p:attrNameLst>
                                      </p:cBhvr>
                                      <p:to>
                                        <p:strVal val="visible"/>
                                      </p:to>
                                    </p:set>
                                    <p:animEffect filter="fade" transition="in">
                                      <p:cBhvr additive="repl">
                                        <p:cTn id="200" dur="1000"/>
                                        <p:tgtEl>
                                          <p:spTgt spid="268">
                                            <p:txEl>
                                              <p:pRg st="2" end="2"/>
                                            </p:txEl>
                                          </p:spTgt>
                                        </p:tgtEl>
                                      </p:cBhvr>
                                    </p:animEffect>
                                    <p:anim calcmode="lin" valueType="num">
                                      <p:cBhvr additive="repl">
                                        <p:cTn id="201" dur="1000" fill="hold"/>
                                        <p:tgtEl>
                                          <p:spTgt spid="268">
                                            <p:txEl>
                                              <p:pRg st="2" end="2"/>
                                            </p:txEl>
                                          </p:spTgt>
                                        </p:tgtEl>
                                        <p:attrNameLst>
                                          <p:attrName>ppt_x</p:attrName>
                                        </p:attrNameLst>
                                      </p:cBhvr>
                                      <p:tavLst>
                                        <p:tav tm="0">
                                          <p:val>
                                            <p:strVal val="#ppt_x"/>
                                          </p:val>
                                        </p:tav>
                                        <p:tav tm="100000">
                                          <p:val>
                                            <p:strVal val="#ppt_x"/>
                                          </p:val>
                                        </p:tav>
                                      </p:tavLst>
                                    </p:anim>
                                    <p:anim calcmode="lin" valueType="num">
                                      <p:cBhvr additive="repl">
                                        <p:cTn id="202" dur="1000" fill="hold"/>
                                        <p:tgtEl>
                                          <p:spTgt spid="268">
                                            <p:txEl>
                                              <p:pRg st="2" end="2"/>
                                            </p:txEl>
                                          </p:spTgt>
                                        </p:tgtEl>
                                        <p:attrNameLst>
                                          <p:attrName>ppt_y</p:attrName>
                                        </p:attrNameLst>
                                      </p:cBhvr>
                                      <p:tavLst>
                                        <p:tav tm="0">
                                          <p:val>
                                            <p:strVal val="#ppt_y+.1"/>
                                          </p:val>
                                        </p:tav>
                                        <p:tav tm="100000">
                                          <p:val>
                                            <p:strVal val="#ppt_y"/>
                                          </p:val>
                                        </p:tav>
                                      </p:tavLst>
                                    </p:anim>
                                  </p:childTnLst>
                                </p:cTn>
                              </p:par>
                              <p:par>
                                <p:cTn id="203" nodeType="withEffect" fill="hold" presetClass="entr" presetID="42">
                                  <p:stCondLst>
                                    <p:cond delay="0"/>
                                  </p:stCondLst>
                                  <p:childTnLst>
                                    <p:set>
                                      <p:cBhvr>
                                        <p:cTn id="204" dur="1" fill="hold">
                                          <p:stCondLst>
                                            <p:cond delay="0"/>
                                          </p:stCondLst>
                                        </p:cTn>
                                        <p:tgtEl>
                                          <p:spTgt spid="268">
                                            <p:txEl>
                                              <p:pRg st="3" end="3"/>
                                            </p:txEl>
                                          </p:spTgt>
                                        </p:tgtEl>
                                        <p:attrNameLst>
                                          <p:attrName>style.visibility</p:attrName>
                                        </p:attrNameLst>
                                      </p:cBhvr>
                                      <p:to>
                                        <p:strVal val="visible"/>
                                      </p:to>
                                    </p:set>
                                    <p:animEffect filter="fade" transition="in">
                                      <p:cBhvr additive="repl">
                                        <p:cTn id="205" dur="1000"/>
                                        <p:tgtEl>
                                          <p:spTgt spid="268">
                                            <p:txEl>
                                              <p:pRg st="3" end="3"/>
                                            </p:txEl>
                                          </p:spTgt>
                                        </p:tgtEl>
                                      </p:cBhvr>
                                    </p:animEffect>
                                    <p:anim calcmode="lin" valueType="num">
                                      <p:cBhvr additive="repl">
                                        <p:cTn id="206" dur="1000" fill="hold"/>
                                        <p:tgtEl>
                                          <p:spTgt spid="268">
                                            <p:txEl>
                                              <p:pRg st="3" end="3"/>
                                            </p:txEl>
                                          </p:spTgt>
                                        </p:tgtEl>
                                        <p:attrNameLst>
                                          <p:attrName>ppt_x</p:attrName>
                                        </p:attrNameLst>
                                      </p:cBhvr>
                                      <p:tavLst>
                                        <p:tav tm="0">
                                          <p:val>
                                            <p:strVal val="#ppt_x"/>
                                          </p:val>
                                        </p:tav>
                                        <p:tav tm="100000">
                                          <p:val>
                                            <p:strVal val="#ppt_x"/>
                                          </p:val>
                                        </p:tav>
                                      </p:tavLst>
                                    </p:anim>
                                    <p:anim calcmode="lin" valueType="num">
                                      <p:cBhvr additive="repl">
                                        <p:cTn id="207" dur="1000" fill="hold"/>
                                        <p:tgtEl>
                                          <p:spTgt spid="26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Code coverage criteria</a:t>
            </a:r>
            <a:endParaRPr b="0" lang="en-IN" sz="4400" spc="-1" strike="noStrike">
              <a:latin typeface="Arial"/>
            </a:endParaRPr>
          </a:p>
        </p:txBody>
      </p:sp>
      <p:sp>
        <p:nvSpPr>
          <p:cNvPr id="270" name="CustomShape 2"/>
          <p:cNvSpPr/>
          <p:nvPr/>
        </p:nvSpPr>
        <p:spPr>
          <a:xfrm>
            <a:off x="717120" y="1529640"/>
            <a:ext cx="10514160" cy="4949640"/>
          </a:xfrm>
          <a:prstGeom prst="rect">
            <a:avLst/>
          </a:prstGeom>
          <a:solidFill>
            <a:srgbClr val="ffffff"/>
          </a:solidFill>
          <a:ln>
            <a:noFill/>
          </a:ln>
        </p:spPr>
        <p:style>
          <a:lnRef idx="0"/>
          <a:fillRef idx="0"/>
          <a:effectRef idx="0"/>
          <a:fontRef idx="minor"/>
        </p:style>
        <p:txBody>
          <a:bodyPr lIns="90000" rIns="90000" tIns="45000" bIns="45000">
            <a:normAutofit fontScale="73000"/>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Function Coverage – </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The functions in the source code that are called and executed at least once.</a:t>
            </a:r>
            <a:endParaRPr b="0" lang="en-IN" sz="24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Statement Coverage – </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The number of statements that have been successfully validated in the source code.</a:t>
            </a:r>
            <a:endParaRPr b="0" lang="en-IN" sz="24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Path Coverage – </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The flows containing a sequence of controls and conditions that have worked well at least once.</a:t>
            </a:r>
            <a:endParaRPr b="0" lang="en-IN" sz="24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Branch or Decision Coverage – </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The decision control structures (loops, for example) that have executed fine.</a:t>
            </a:r>
            <a:endParaRPr b="0" lang="en-IN" sz="24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Condition Coverage – </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Palatino Linotype"/>
                <a:ea typeface="DejaVu Sans"/>
              </a:rPr>
              <a:t>The Boolean expressions that are validated and that executes both TRUE and FALSE as per the test runs.</a:t>
            </a:r>
            <a:endParaRPr b="0" lang="en-IN" sz="2400" spc="-1" strike="noStrike">
              <a:latin typeface="Arial"/>
            </a:endParaRPr>
          </a:p>
        </p:txBody>
      </p:sp>
    </p:spTree>
  </p:cSld>
  <mc:AlternateContent>
    <mc:Choice Requires="p14">
      <p:transition spd="slow" p14:dur="2000"/>
    </mc:Choice>
    <mc:Fallback>
      <p:transition spd="slow"/>
    </mc:Fallback>
  </mc:AlternateContent>
  <p:timing>
    <p:tnLst>
      <p:par>
        <p:cTn id="208" dur="indefinite" restart="never" nodeType="tmRoot">
          <p:childTnLst>
            <p:seq>
              <p:cTn id="209" dur="indefinite" nodeType="mainSeq">
                <p:childTnLst>
                  <p:par>
                    <p:cTn id="210" fill="hold">
                      <p:stCondLst>
                        <p:cond delay="indefinite"/>
                      </p:stCondLst>
                      <p:childTnLst>
                        <p:par>
                          <p:cTn id="211" fill="hold">
                            <p:stCondLst>
                              <p:cond delay="0"/>
                            </p:stCondLst>
                            <p:childTnLst>
                              <p:par>
                                <p:cTn id="212" nodeType="clickEffect" fill="hold" presetClass="entr" presetID="42">
                                  <p:stCondLst>
                                    <p:cond delay="0"/>
                                  </p:stCondLst>
                                  <p:childTnLst>
                                    <p:set>
                                      <p:cBhvr>
                                        <p:cTn id="213" dur="1" fill="hold">
                                          <p:stCondLst>
                                            <p:cond delay="0"/>
                                          </p:stCondLst>
                                        </p:cTn>
                                        <p:tgtEl>
                                          <p:spTgt spid="270">
                                            <p:txEl>
                                              <p:pRg st="0" end="0"/>
                                            </p:txEl>
                                          </p:spTgt>
                                        </p:tgtEl>
                                        <p:attrNameLst>
                                          <p:attrName>style.visibility</p:attrName>
                                        </p:attrNameLst>
                                      </p:cBhvr>
                                      <p:to>
                                        <p:strVal val="visible"/>
                                      </p:to>
                                    </p:set>
                                    <p:animEffect filter="fade" transition="in">
                                      <p:cBhvr additive="repl">
                                        <p:cTn id="214" dur="1000"/>
                                        <p:tgtEl>
                                          <p:spTgt spid="270">
                                            <p:txEl>
                                              <p:pRg st="0" end="0"/>
                                            </p:txEl>
                                          </p:spTgt>
                                        </p:tgtEl>
                                      </p:cBhvr>
                                    </p:animEffect>
                                    <p:anim calcmode="lin" valueType="num">
                                      <p:cBhvr additive="repl">
                                        <p:cTn id="215" dur="1000" fill="hold"/>
                                        <p:tgtEl>
                                          <p:spTgt spid="270">
                                            <p:txEl>
                                              <p:pRg st="0" end="0"/>
                                            </p:txEl>
                                          </p:spTgt>
                                        </p:tgtEl>
                                        <p:attrNameLst>
                                          <p:attrName>ppt_x</p:attrName>
                                        </p:attrNameLst>
                                      </p:cBhvr>
                                      <p:tavLst>
                                        <p:tav tm="0">
                                          <p:val>
                                            <p:strVal val="#ppt_x"/>
                                          </p:val>
                                        </p:tav>
                                        <p:tav tm="100000">
                                          <p:val>
                                            <p:strVal val="#ppt_x"/>
                                          </p:val>
                                        </p:tav>
                                      </p:tavLst>
                                    </p:anim>
                                    <p:anim calcmode="lin" valueType="num">
                                      <p:cBhvr additive="repl">
                                        <p:cTn id="216" dur="1000" fill="hold"/>
                                        <p:tgtEl>
                                          <p:spTgt spid="270">
                                            <p:txEl>
                                              <p:pRg st="0" end="0"/>
                                            </p:txEl>
                                          </p:spTgt>
                                        </p:tgtEl>
                                        <p:attrNameLst>
                                          <p:attrName>ppt_y</p:attrName>
                                        </p:attrNameLst>
                                      </p:cBhvr>
                                      <p:tavLst>
                                        <p:tav tm="0">
                                          <p:val>
                                            <p:strVal val="#ppt_y+.1"/>
                                          </p:val>
                                        </p:tav>
                                        <p:tav tm="100000">
                                          <p:val>
                                            <p:strVal val="#ppt_y"/>
                                          </p:val>
                                        </p:tav>
                                      </p:tavLst>
                                    </p:anim>
                                  </p:childTnLst>
                                </p:cTn>
                              </p:par>
                              <p:par>
                                <p:cTn id="217" nodeType="withEffect" fill="hold" presetClass="entr" presetID="42">
                                  <p:stCondLst>
                                    <p:cond delay="0"/>
                                  </p:stCondLst>
                                  <p:childTnLst>
                                    <p:set>
                                      <p:cBhvr>
                                        <p:cTn id="218" dur="1" fill="hold">
                                          <p:stCondLst>
                                            <p:cond delay="0"/>
                                          </p:stCondLst>
                                        </p:cTn>
                                        <p:tgtEl>
                                          <p:spTgt spid="270">
                                            <p:txEl>
                                              <p:pRg st="1" end="1"/>
                                            </p:txEl>
                                          </p:spTgt>
                                        </p:tgtEl>
                                        <p:attrNameLst>
                                          <p:attrName>style.visibility</p:attrName>
                                        </p:attrNameLst>
                                      </p:cBhvr>
                                      <p:to>
                                        <p:strVal val="visible"/>
                                      </p:to>
                                    </p:set>
                                    <p:animEffect filter="fade" transition="in">
                                      <p:cBhvr additive="repl">
                                        <p:cTn id="219" dur="1000"/>
                                        <p:tgtEl>
                                          <p:spTgt spid="270">
                                            <p:txEl>
                                              <p:pRg st="1" end="1"/>
                                            </p:txEl>
                                          </p:spTgt>
                                        </p:tgtEl>
                                      </p:cBhvr>
                                    </p:animEffect>
                                    <p:anim calcmode="lin" valueType="num">
                                      <p:cBhvr additive="repl">
                                        <p:cTn id="220" dur="1000" fill="hold"/>
                                        <p:tgtEl>
                                          <p:spTgt spid="270">
                                            <p:txEl>
                                              <p:pRg st="1" end="1"/>
                                            </p:txEl>
                                          </p:spTgt>
                                        </p:tgtEl>
                                        <p:attrNameLst>
                                          <p:attrName>ppt_x</p:attrName>
                                        </p:attrNameLst>
                                      </p:cBhvr>
                                      <p:tavLst>
                                        <p:tav tm="0">
                                          <p:val>
                                            <p:strVal val="#ppt_x"/>
                                          </p:val>
                                        </p:tav>
                                        <p:tav tm="100000">
                                          <p:val>
                                            <p:strVal val="#ppt_x"/>
                                          </p:val>
                                        </p:tav>
                                      </p:tavLst>
                                    </p:anim>
                                    <p:anim calcmode="lin" valueType="num">
                                      <p:cBhvr additive="repl">
                                        <p:cTn id="221" dur="1000" fill="hold"/>
                                        <p:tgtEl>
                                          <p:spTgt spid="27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2" fill="hold">
                      <p:stCondLst>
                        <p:cond delay="indefinite"/>
                      </p:stCondLst>
                      <p:childTnLst>
                        <p:par>
                          <p:cTn id="223" fill="hold">
                            <p:stCondLst>
                              <p:cond delay="0"/>
                            </p:stCondLst>
                            <p:childTnLst>
                              <p:par>
                                <p:cTn id="224" nodeType="clickEffect" fill="hold" presetClass="entr" presetID="42">
                                  <p:stCondLst>
                                    <p:cond delay="0"/>
                                  </p:stCondLst>
                                  <p:childTnLst>
                                    <p:set>
                                      <p:cBhvr>
                                        <p:cTn id="225" dur="1" fill="hold">
                                          <p:stCondLst>
                                            <p:cond delay="0"/>
                                          </p:stCondLst>
                                        </p:cTn>
                                        <p:tgtEl>
                                          <p:spTgt spid="270">
                                            <p:txEl>
                                              <p:pRg st="2" end="2"/>
                                            </p:txEl>
                                          </p:spTgt>
                                        </p:tgtEl>
                                        <p:attrNameLst>
                                          <p:attrName>style.visibility</p:attrName>
                                        </p:attrNameLst>
                                      </p:cBhvr>
                                      <p:to>
                                        <p:strVal val="visible"/>
                                      </p:to>
                                    </p:set>
                                    <p:animEffect filter="fade" transition="in">
                                      <p:cBhvr additive="repl">
                                        <p:cTn id="226" dur="1000"/>
                                        <p:tgtEl>
                                          <p:spTgt spid="270">
                                            <p:txEl>
                                              <p:pRg st="2" end="2"/>
                                            </p:txEl>
                                          </p:spTgt>
                                        </p:tgtEl>
                                      </p:cBhvr>
                                    </p:animEffect>
                                    <p:anim calcmode="lin" valueType="num">
                                      <p:cBhvr additive="repl">
                                        <p:cTn id="227" dur="1000" fill="hold"/>
                                        <p:tgtEl>
                                          <p:spTgt spid="270">
                                            <p:txEl>
                                              <p:pRg st="2" end="2"/>
                                            </p:txEl>
                                          </p:spTgt>
                                        </p:tgtEl>
                                        <p:attrNameLst>
                                          <p:attrName>ppt_x</p:attrName>
                                        </p:attrNameLst>
                                      </p:cBhvr>
                                      <p:tavLst>
                                        <p:tav tm="0">
                                          <p:val>
                                            <p:strVal val="#ppt_x"/>
                                          </p:val>
                                        </p:tav>
                                        <p:tav tm="100000">
                                          <p:val>
                                            <p:strVal val="#ppt_x"/>
                                          </p:val>
                                        </p:tav>
                                      </p:tavLst>
                                    </p:anim>
                                    <p:anim calcmode="lin" valueType="num">
                                      <p:cBhvr additive="repl">
                                        <p:cTn id="228" dur="1000" fill="hold"/>
                                        <p:tgtEl>
                                          <p:spTgt spid="270">
                                            <p:txEl>
                                              <p:pRg st="2" end="2"/>
                                            </p:txEl>
                                          </p:spTgt>
                                        </p:tgtEl>
                                        <p:attrNameLst>
                                          <p:attrName>ppt_y</p:attrName>
                                        </p:attrNameLst>
                                      </p:cBhvr>
                                      <p:tavLst>
                                        <p:tav tm="0">
                                          <p:val>
                                            <p:strVal val="#ppt_y+.1"/>
                                          </p:val>
                                        </p:tav>
                                        <p:tav tm="100000">
                                          <p:val>
                                            <p:strVal val="#ppt_y"/>
                                          </p:val>
                                        </p:tav>
                                      </p:tavLst>
                                    </p:anim>
                                  </p:childTnLst>
                                </p:cTn>
                              </p:par>
                              <p:par>
                                <p:cTn id="229" nodeType="withEffect" fill="hold" presetClass="entr" presetID="42">
                                  <p:stCondLst>
                                    <p:cond delay="0"/>
                                  </p:stCondLst>
                                  <p:childTnLst>
                                    <p:set>
                                      <p:cBhvr>
                                        <p:cTn id="230" dur="1" fill="hold">
                                          <p:stCondLst>
                                            <p:cond delay="0"/>
                                          </p:stCondLst>
                                        </p:cTn>
                                        <p:tgtEl>
                                          <p:spTgt spid="270">
                                            <p:txEl>
                                              <p:pRg st="3" end="3"/>
                                            </p:txEl>
                                          </p:spTgt>
                                        </p:tgtEl>
                                        <p:attrNameLst>
                                          <p:attrName>style.visibility</p:attrName>
                                        </p:attrNameLst>
                                      </p:cBhvr>
                                      <p:to>
                                        <p:strVal val="visible"/>
                                      </p:to>
                                    </p:set>
                                    <p:animEffect filter="fade" transition="in">
                                      <p:cBhvr additive="repl">
                                        <p:cTn id="231" dur="1000"/>
                                        <p:tgtEl>
                                          <p:spTgt spid="270">
                                            <p:txEl>
                                              <p:pRg st="3" end="3"/>
                                            </p:txEl>
                                          </p:spTgt>
                                        </p:tgtEl>
                                      </p:cBhvr>
                                    </p:animEffect>
                                    <p:anim calcmode="lin" valueType="num">
                                      <p:cBhvr additive="repl">
                                        <p:cTn id="232" dur="1000" fill="hold"/>
                                        <p:tgtEl>
                                          <p:spTgt spid="270">
                                            <p:txEl>
                                              <p:pRg st="3" end="3"/>
                                            </p:txEl>
                                          </p:spTgt>
                                        </p:tgtEl>
                                        <p:attrNameLst>
                                          <p:attrName>ppt_x</p:attrName>
                                        </p:attrNameLst>
                                      </p:cBhvr>
                                      <p:tavLst>
                                        <p:tav tm="0">
                                          <p:val>
                                            <p:strVal val="#ppt_x"/>
                                          </p:val>
                                        </p:tav>
                                        <p:tav tm="100000">
                                          <p:val>
                                            <p:strVal val="#ppt_x"/>
                                          </p:val>
                                        </p:tav>
                                      </p:tavLst>
                                    </p:anim>
                                    <p:anim calcmode="lin" valueType="num">
                                      <p:cBhvr additive="repl">
                                        <p:cTn id="233" dur="1000" fill="hold"/>
                                        <p:tgtEl>
                                          <p:spTgt spid="27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4" fill="hold">
                      <p:stCondLst>
                        <p:cond delay="indefinite"/>
                      </p:stCondLst>
                      <p:childTnLst>
                        <p:par>
                          <p:cTn id="235" fill="hold">
                            <p:stCondLst>
                              <p:cond delay="0"/>
                            </p:stCondLst>
                            <p:childTnLst>
                              <p:par>
                                <p:cTn id="236" nodeType="clickEffect" fill="hold" presetClass="entr" presetID="42">
                                  <p:stCondLst>
                                    <p:cond delay="0"/>
                                  </p:stCondLst>
                                  <p:childTnLst>
                                    <p:set>
                                      <p:cBhvr>
                                        <p:cTn id="237" dur="1" fill="hold">
                                          <p:stCondLst>
                                            <p:cond delay="0"/>
                                          </p:stCondLst>
                                        </p:cTn>
                                        <p:tgtEl>
                                          <p:spTgt spid="270">
                                            <p:txEl>
                                              <p:pRg st="4" end="4"/>
                                            </p:txEl>
                                          </p:spTgt>
                                        </p:tgtEl>
                                        <p:attrNameLst>
                                          <p:attrName>style.visibility</p:attrName>
                                        </p:attrNameLst>
                                      </p:cBhvr>
                                      <p:to>
                                        <p:strVal val="visible"/>
                                      </p:to>
                                    </p:set>
                                    <p:animEffect filter="fade" transition="in">
                                      <p:cBhvr additive="repl">
                                        <p:cTn id="238" dur="1000"/>
                                        <p:tgtEl>
                                          <p:spTgt spid="270">
                                            <p:txEl>
                                              <p:pRg st="4" end="4"/>
                                            </p:txEl>
                                          </p:spTgt>
                                        </p:tgtEl>
                                      </p:cBhvr>
                                    </p:animEffect>
                                    <p:anim calcmode="lin" valueType="num">
                                      <p:cBhvr additive="repl">
                                        <p:cTn id="239" dur="1000" fill="hold"/>
                                        <p:tgtEl>
                                          <p:spTgt spid="270">
                                            <p:txEl>
                                              <p:pRg st="4" end="4"/>
                                            </p:txEl>
                                          </p:spTgt>
                                        </p:tgtEl>
                                        <p:attrNameLst>
                                          <p:attrName>ppt_x</p:attrName>
                                        </p:attrNameLst>
                                      </p:cBhvr>
                                      <p:tavLst>
                                        <p:tav tm="0">
                                          <p:val>
                                            <p:strVal val="#ppt_x"/>
                                          </p:val>
                                        </p:tav>
                                        <p:tav tm="100000">
                                          <p:val>
                                            <p:strVal val="#ppt_x"/>
                                          </p:val>
                                        </p:tav>
                                      </p:tavLst>
                                    </p:anim>
                                    <p:anim calcmode="lin" valueType="num">
                                      <p:cBhvr additive="repl">
                                        <p:cTn id="240" dur="1000" fill="hold"/>
                                        <p:tgtEl>
                                          <p:spTgt spid="270">
                                            <p:txEl>
                                              <p:pRg st="4" end="4"/>
                                            </p:txEl>
                                          </p:spTgt>
                                        </p:tgtEl>
                                        <p:attrNameLst>
                                          <p:attrName>ppt_y</p:attrName>
                                        </p:attrNameLst>
                                      </p:cBhvr>
                                      <p:tavLst>
                                        <p:tav tm="0">
                                          <p:val>
                                            <p:strVal val="#ppt_y+.1"/>
                                          </p:val>
                                        </p:tav>
                                        <p:tav tm="100000">
                                          <p:val>
                                            <p:strVal val="#ppt_y"/>
                                          </p:val>
                                        </p:tav>
                                      </p:tavLst>
                                    </p:anim>
                                  </p:childTnLst>
                                </p:cTn>
                              </p:par>
                              <p:par>
                                <p:cTn id="241" nodeType="withEffect" fill="hold" presetClass="entr" presetID="42">
                                  <p:stCondLst>
                                    <p:cond delay="0"/>
                                  </p:stCondLst>
                                  <p:childTnLst>
                                    <p:set>
                                      <p:cBhvr>
                                        <p:cTn id="242" dur="1" fill="hold">
                                          <p:stCondLst>
                                            <p:cond delay="0"/>
                                          </p:stCondLst>
                                        </p:cTn>
                                        <p:tgtEl>
                                          <p:spTgt spid="270">
                                            <p:txEl>
                                              <p:pRg st="5" end="5"/>
                                            </p:txEl>
                                          </p:spTgt>
                                        </p:tgtEl>
                                        <p:attrNameLst>
                                          <p:attrName>style.visibility</p:attrName>
                                        </p:attrNameLst>
                                      </p:cBhvr>
                                      <p:to>
                                        <p:strVal val="visible"/>
                                      </p:to>
                                    </p:set>
                                    <p:animEffect filter="fade" transition="in">
                                      <p:cBhvr additive="repl">
                                        <p:cTn id="243" dur="1000"/>
                                        <p:tgtEl>
                                          <p:spTgt spid="270">
                                            <p:txEl>
                                              <p:pRg st="5" end="5"/>
                                            </p:txEl>
                                          </p:spTgt>
                                        </p:tgtEl>
                                      </p:cBhvr>
                                    </p:animEffect>
                                    <p:anim calcmode="lin" valueType="num">
                                      <p:cBhvr additive="repl">
                                        <p:cTn id="244" dur="1000" fill="hold"/>
                                        <p:tgtEl>
                                          <p:spTgt spid="270">
                                            <p:txEl>
                                              <p:pRg st="5" end="5"/>
                                            </p:txEl>
                                          </p:spTgt>
                                        </p:tgtEl>
                                        <p:attrNameLst>
                                          <p:attrName>ppt_x</p:attrName>
                                        </p:attrNameLst>
                                      </p:cBhvr>
                                      <p:tavLst>
                                        <p:tav tm="0">
                                          <p:val>
                                            <p:strVal val="#ppt_x"/>
                                          </p:val>
                                        </p:tav>
                                        <p:tav tm="100000">
                                          <p:val>
                                            <p:strVal val="#ppt_x"/>
                                          </p:val>
                                        </p:tav>
                                      </p:tavLst>
                                    </p:anim>
                                    <p:anim calcmode="lin" valueType="num">
                                      <p:cBhvr additive="repl">
                                        <p:cTn id="245" dur="1000" fill="hold"/>
                                        <p:tgtEl>
                                          <p:spTgt spid="27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6" fill="hold">
                      <p:stCondLst>
                        <p:cond delay="indefinite"/>
                      </p:stCondLst>
                      <p:childTnLst>
                        <p:par>
                          <p:cTn id="247" fill="hold">
                            <p:stCondLst>
                              <p:cond delay="0"/>
                            </p:stCondLst>
                            <p:childTnLst>
                              <p:par>
                                <p:cTn id="248" nodeType="clickEffect" fill="hold" presetClass="entr" presetID="42">
                                  <p:stCondLst>
                                    <p:cond delay="0"/>
                                  </p:stCondLst>
                                  <p:childTnLst>
                                    <p:set>
                                      <p:cBhvr>
                                        <p:cTn id="249" dur="1" fill="hold">
                                          <p:stCondLst>
                                            <p:cond delay="0"/>
                                          </p:stCondLst>
                                        </p:cTn>
                                        <p:tgtEl>
                                          <p:spTgt spid="270">
                                            <p:txEl>
                                              <p:pRg st="6" end="6"/>
                                            </p:txEl>
                                          </p:spTgt>
                                        </p:tgtEl>
                                        <p:attrNameLst>
                                          <p:attrName>style.visibility</p:attrName>
                                        </p:attrNameLst>
                                      </p:cBhvr>
                                      <p:to>
                                        <p:strVal val="visible"/>
                                      </p:to>
                                    </p:set>
                                    <p:animEffect filter="fade" transition="in">
                                      <p:cBhvr additive="repl">
                                        <p:cTn id="250" dur="1000"/>
                                        <p:tgtEl>
                                          <p:spTgt spid="270">
                                            <p:txEl>
                                              <p:pRg st="6" end="6"/>
                                            </p:txEl>
                                          </p:spTgt>
                                        </p:tgtEl>
                                      </p:cBhvr>
                                    </p:animEffect>
                                    <p:anim calcmode="lin" valueType="num">
                                      <p:cBhvr additive="repl">
                                        <p:cTn id="251" dur="1000" fill="hold"/>
                                        <p:tgtEl>
                                          <p:spTgt spid="270">
                                            <p:txEl>
                                              <p:pRg st="6" end="6"/>
                                            </p:txEl>
                                          </p:spTgt>
                                        </p:tgtEl>
                                        <p:attrNameLst>
                                          <p:attrName>ppt_x</p:attrName>
                                        </p:attrNameLst>
                                      </p:cBhvr>
                                      <p:tavLst>
                                        <p:tav tm="0">
                                          <p:val>
                                            <p:strVal val="#ppt_x"/>
                                          </p:val>
                                        </p:tav>
                                        <p:tav tm="100000">
                                          <p:val>
                                            <p:strVal val="#ppt_x"/>
                                          </p:val>
                                        </p:tav>
                                      </p:tavLst>
                                    </p:anim>
                                    <p:anim calcmode="lin" valueType="num">
                                      <p:cBhvr additive="repl">
                                        <p:cTn id="252" dur="1000" fill="hold"/>
                                        <p:tgtEl>
                                          <p:spTgt spid="270">
                                            <p:txEl>
                                              <p:pRg st="6" end="6"/>
                                            </p:txEl>
                                          </p:spTgt>
                                        </p:tgtEl>
                                        <p:attrNameLst>
                                          <p:attrName>ppt_y</p:attrName>
                                        </p:attrNameLst>
                                      </p:cBhvr>
                                      <p:tavLst>
                                        <p:tav tm="0">
                                          <p:val>
                                            <p:strVal val="#ppt_y+.1"/>
                                          </p:val>
                                        </p:tav>
                                        <p:tav tm="100000">
                                          <p:val>
                                            <p:strVal val="#ppt_y"/>
                                          </p:val>
                                        </p:tav>
                                      </p:tavLst>
                                    </p:anim>
                                  </p:childTnLst>
                                </p:cTn>
                              </p:par>
                              <p:par>
                                <p:cTn id="253" nodeType="withEffect" fill="hold" presetClass="entr" presetID="42">
                                  <p:stCondLst>
                                    <p:cond delay="0"/>
                                  </p:stCondLst>
                                  <p:childTnLst>
                                    <p:set>
                                      <p:cBhvr>
                                        <p:cTn id="254" dur="1" fill="hold">
                                          <p:stCondLst>
                                            <p:cond delay="0"/>
                                          </p:stCondLst>
                                        </p:cTn>
                                        <p:tgtEl>
                                          <p:spTgt spid="270">
                                            <p:txEl>
                                              <p:pRg st="7" end="7"/>
                                            </p:txEl>
                                          </p:spTgt>
                                        </p:tgtEl>
                                        <p:attrNameLst>
                                          <p:attrName>style.visibility</p:attrName>
                                        </p:attrNameLst>
                                      </p:cBhvr>
                                      <p:to>
                                        <p:strVal val="visible"/>
                                      </p:to>
                                    </p:set>
                                    <p:animEffect filter="fade" transition="in">
                                      <p:cBhvr additive="repl">
                                        <p:cTn id="255" dur="1000"/>
                                        <p:tgtEl>
                                          <p:spTgt spid="270">
                                            <p:txEl>
                                              <p:pRg st="7" end="7"/>
                                            </p:txEl>
                                          </p:spTgt>
                                        </p:tgtEl>
                                      </p:cBhvr>
                                    </p:animEffect>
                                    <p:anim calcmode="lin" valueType="num">
                                      <p:cBhvr additive="repl">
                                        <p:cTn id="256" dur="1000" fill="hold"/>
                                        <p:tgtEl>
                                          <p:spTgt spid="270">
                                            <p:txEl>
                                              <p:pRg st="7" end="7"/>
                                            </p:txEl>
                                          </p:spTgt>
                                        </p:tgtEl>
                                        <p:attrNameLst>
                                          <p:attrName>ppt_x</p:attrName>
                                        </p:attrNameLst>
                                      </p:cBhvr>
                                      <p:tavLst>
                                        <p:tav tm="0">
                                          <p:val>
                                            <p:strVal val="#ppt_x"/>
                                          </p:val>
                                        </p:tav>
                                        <p:tav tm="100000">
                                          <p:val>
                                            <p:strVal val="#ppt_x"/>
                                          </p:val>
                                        </p:tav>
                                      </p:tavLst>
                                    </p:anim>
                                    <p:anim calcmode="lin" valueType="num">
                                      <p:cBhvr additive="repl">
                                        <p:cTn id="257" dur="1000" fill="hold"/>
                                        <p:tgtEl>
                                          <p:spTgt spid="27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58" fill="hold">
                      <p:stCondLst>
                        <p:cond delay="indefinite"/>
                      </p:stCondLst>
                      <p:childTnLst>
                        <p:par>
                          <p:cTn id="259" fill="hold">
                            <p:stCondLst>
                              <p:cond delay="0"/>
                            </p:stCondLst>
                            <p:childTnLst>
                              <p:par>
                                <p:cTn id="260" nodeType="clickEffect" fill="hold" presetClass="entr" presetID="42">
                                  <p:stCondLst>
                                    <p:cond delay="0"/>
                                  </p:stCondLst>
                                  <p:childTnLst>
                                    <p:set>
                                      <p:cBhvr>
                                        <p:cTn id="261" dur="1" fill="hold">
                                          <p:stCondLst>
                                            <p:cond delay="0"/>
                                          </p:stCondLst>
                                        </p:cTn>
                                        <p:tgtEl>
                                          <p:spTgt spid="270">
                                            <p:txEl>
                                              <p:pRg st="8" end="8"/>
                                            </p:txEl>
                                          </p:spTgt>
                                        </p:tgtEl>
                                        <p:attrNameLst>
                                          <p:attrName>style.visibility</p:attrName>
                                        </p:attrNameLst>
                                      </p:cBhvr>
                                      <p:to>
                                        <p:strVal val="visible"/>
                                      </p:to>
                                    </p:set>
                                    <p:animEffect filter="fade" transition="in">
                                      <p:cBhvr additive="repl">
                                        <p:cTn id="262" dur="1000"/>
                                        <p:tgtEl>
                                          <p:spTgt spid="270">
                                            <p:txEl>
                                              <p:pRg st="8" end="8"/>
                                            </p:txEl>
                                          </p:spTgt>
                                        </p:tgtEl>
                                      </p:cBhvr>
                                    </p:animEffect>
                                    <p:anim calcmode="lin" valueType="num">
                                      <p:cBhvr additive="repl">
                                        <p:cTn id="263" dur="1000" fill="hold"/>
                                        <p:tgtEl>
                                          <p:spTgt spid="270">
                                            <p:txEl>
                                              <p:pRg st="8" end="8"/>
                                            </p:txEl>
                                          </p:spTgt>
                                        </p:tgtEl>
                                        <p:attrNameLst>
                                          <p:attrName>ppt_x</p:attrName>
                                        </p:attrNameLst>
                                      </p:cBhvr>
                                      <p:tavLst>
                                        <p:tav tm="0">
                                          <p:val>
                                            <p:strVal val="#ppt_x"/>
                                          </p:val>
                                        </p:tav>
                                        <p:tav tm="100000">
                                          <p:val>
                                            <p:strVal val="#ppt_x"/>
                                          </p:val>
                                        </p:tav>
                                      </p:tavLst>
                                    </p:anim>
                                    <p:anim calcmode="lin" valueType="num">
                                      <p:cBhvr additive="repl">
                                        <p:cTn id="264" dur="1000" fill="hold"/>
                                        <p:tgtEl>
                                          <p:spTgt spid="270">
                                            <p:txEl>
                                              <p:pRg st="8" end="8"/>
                                            </p:txEl>
                                          </p:spTgt>
                                        </p:tgtEl>
                                        <p:attrNameLst>
                                          <p:attrName>ppt_y</p:attrName>
                                        </p:attrNameLst>
                                      </p:cBhvr>
                                      <p:tavLst>
                                        <p:tav tm="0">
                                          <p:val>
                                            <p:strVal val="#ppt_y+.1"/>
                                          </p:val>
                                        </p:tav>
                                        <p:tav tm="100000">
                                          <p:val>
                                            <p:strVal val="#ppt_y"/>
                                          </p:val>
                                        </p:tav>
                                      </p:tavLst>
                                    </p:anim>
                                  </p:childTnLst>
                                </p:cTn>
                              </p:par>
                              <p:par>
                                <p:cTn id="265" nodeType="withEffect" fill="hold" presetClass="entr" presetID="42">
                                  <p:stCondLst>
                                    <p:cond delay="0"/>
                                  </p:stCondLst>
                                  <p:childTnLst>
                                    <p:set>
                                      <p:cBhvr>
                                        <p:cTn id="266" dur="1" fill="hold">
                                          <p:stCondLst>
                                            <p:cond delay="0"/>
                                          </p:stCondLst>
                                        </p:cTn>
                                        <p:tgtEl>
                                          <p:spTgt spid="270">
                                            <p:txEl>
                                              <p:pRg st="9" end="9"/>
                                            </p:txEl>
                                          </p:spTgt>
                                        </p:tgtEl>
                                        <p:attrNameLst>
                                          <p:attrName>style.visibility</p:attrName>
                                        </p:attrNameLst>
                                      </p:cBhvr>
                                      <p:to>
                                        <p:strVal val="visible"/>
                                      </p:to>
                                    </p:set>
                                    <p:animEffect filter="fade" transition="in">
                                      <p:cBhvr additive="repl">
                                        <p:cTn id="267" dur="1000"/>
                                        <p:tgtEl>
                                          <p:spTgt spid="270">
                                            <p:txEl>
                                              <p:pRg st="9" end="9"/>
                                            </p:txEl>
                                          </p:spTgt>
                                        </p:tgtEl>
                                      </p:cBhvr>
                                    </p:animEffect>
                                    <p:anim calcmode="lin" valueType="num">
                                      <p:cBhvr additive="repl">
                                        <p:cTn id="268" dur="1000" fill="hold"/>
                                        <p:tgtEl>
                                          <p:spTgt spid="270">
                                            <p:txEl>
                                              <p:pRg st="9" end="9"/>
                                            </p:txEl>
                                          </p:spTgt>
                                        </p:tgtEl>
                                        <p:attrNameLst>
                                          <p:attrName>ppt_x</p:attrName>
                                        </p:attrNameLst>
                                      </p:cBhvr>
                                      <p:tavLst>
                                        <p:tav tm="0">
                                          <p:val>
                                            <p:strVal val="#ppt_x"/>
                                          </p:val>
                                        </p:tav>
                                        <p:tav tm="100000">
                                          <p:val>
                                            <p:strVal val="#ppt_x"/>
                                          </p:val>
                                        </p:tav>
                                      </p:tavLst>
                                    </p:anim>
                                    <p:anim calcmode="lin" valueType="num">
                                      <p:cBhvr additive="repl">
                                        <p:cTn id="269" dur="1000" fill="hold"/>
                                        <p:tgtEl>
                                          <p:spTgt spid="27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1" name="Group 1"/>
          <p:cNvGrpSpPr/>
          <p:nvPr/>
        </p:nvGrpSpPr>
        <p:grpSpPr>
          <a:xfrm>
            <a:off x="754560" y="1656000"/>
            <a:ext cx="11340720" cy="4137480"/>
            <a:chOff x="754560" y="1656000"/>
            <a:chExt cx="11340720" cy="4137480"/>
          </a:xfrm>
        </p:grpSpPr>
        <p:sp>
          <p:nvSpPr>
            <p:cNvPr id="272" name="CustomShape 2"/>
            <p:cNvSpPr/>
            <p:nvPr/>
          </p:nvSpPr>
          <p:spPr>
            <a:xfrm>
              <a:off x="754560" y="1656000"/>
              <a:ext cx="11340720" cy="4137120"/>
            </a:xfrm>
            <a:prstGeom prst="rect">
              <a:avLst/>
            </a:prstGeom>
            <a:noFill/>
            <a:ln>
              <a:noFill/>
            </a:ln>
          </p:spPr>
          <p:style>
            <a:lnRef idx="0"/>
            <a:fillRef idx="0"/>
            <a:effectRef idx="0"/>
            <a:fontRef idx="minor"/>
          </p:style>
        </p:sp>
        <p:sp>
          <p:nvSpPr>
            <p:cNvPr id="273" name="CustomShape 3"/>
            <p:cNvSpPr/>
            <p:nvPr/>
          </p:nvSpPr>
          <p:spPr>
            <a:xfrm>
              <a:off x="2903400" y="1656000"/>
              <a:ext cx="7043400" cy="4137480"/>
            </a:xfrm>
            <a:prstGeom prst="roundRect">
              <a:avLst>
                <a:gd name="adj" fmla="val 16667"/>
              </a:avLst>
            </a:prstGeom>
            <a:solidFill>
              <a:srgbClr val="4472c4"/>
            </a:solidFill>
            <a:ln w="12600">
              <a:solidFill>
                <a:srgbClr val="ffffff"/>
              </a:solidFill>
              <a:miter/>
            </a:ln>
          </p:spPr>
          <p:style>
            <a:lnRef idx="0"/>
            <a:fillRef idx="0"/>
            <a:effectRef idx="0"/>
            <a:fontRef idx="minor"/>
          </p:style>
          <p:txBody>
            <a:bodyPr lIns="412920" rIns="243720" tIns="291240" bIns="291240" anchor="ctr">
              <a:noAutofit/>
            </a:bodyPr>
            <a:p>
              <a:pPr algn="ctr">
                <a:lnSpc>
                  <a:spcPct val="90000"/>
                </a:lnSpc>
                <a:spcAft>
                  <a:spcPts val="2239"/>
                </a:spcAft>
                <a:tabLst>
                  <a:tab algn="l" pos="0"/>
                </a:tabLst>
              </a:pPr>
              <a:r>
                <a:rPr b="0" lang="en-IN" sz="6400" spc="-1" strike="noStrike">
                  <a:solidFill>
                    <a:srgbClr val="ffffff"/>
                  </a:solidFill>
                  <a:latin typeface="Palatino Linotype"/>
                  <a:ea typeface="DejaVu Sans"/>
                </a:rPr>
                <a:t>Integration with spring boot and Gradle</a:t>
              </a:r>
              <a:endParaRPr b="0" lang="en-IN" sz="6400" spc="-1" strike="noStrike">
                <a:latin typeface="Arial"/>
              </a:endParaRPr>
            </a:p>
          </p:txBody>
        </p:sp>
      </p:grpSp>
      <p:sp>
        <p:nvSpPr>
          <p:cNvPr id="274" name="CustomShape 4"/>
          <p:cNvSpPr/>
          <p:nvPr/>
        </p:nvSpPr>
        <p:spPr>
          <a:xfrm>
            <a:off x="718560" y="6030720"/>
            <a:ext cx="10067760" cy="363600"/>
          </a:xfrm>
          <a:prstGeom prst="rect">
            <a:avLst/>
          </a:prstGeom>
          <a:noFill/>
          <a:ln w="2556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CustomShape 1"/>
          <p:cNvSpPr/>
          <p:nvPr/>
        </p:nvSpPr>
        <p:spPr>
          <a:xfrm>
            <a:off x="432000" y="216000"/>
            <a:ext cx="1130328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3600" spc="-1" strike="noStrike" u="sng">
                <a:solidFill>
                  <a:srgbClr val="000000"/>
                </a:solidFill>
                <a:uFillTx/>
                <a:latin typeface="comic"/>
                <a:ea typeface="DejaVu Sans"/>
              </a:rPr>
              <a:t>Why do we measure code coverage??</a:t>
            </a:r>
            <a:endParaRPr b="0" lang="en-IN" sz="3600" spc="-1" strike="noStrike">
              <a:latin typeface="Arial"/>
            </a:endParaRPr>
          </a:p>
        </p:txBody>
      </p:sp>
      <p:sp>
        <p:nvSpPr>
          <p:cNvPr id="276"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Following reasons:</a:t>
            </a:r>
            <a:endParaRPr b="0" lang="en-IN"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To know how well our tests actually test our code</a:t>
            </a:r>
            <a:endParaRPr b="0" lang="en-IN" sz="24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To know whether we have enough testing in place</a:t>
            </a:r>
            <a:endParaRPr b="0" lang="en-IN" sz="24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To maintain the test quality over the lifecycle of a project</a:t>
            </a:r>
            <a:endParaRPr b="0" lang="en-IN" sz="24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While code coverage is a good metric of how much testing you are doing, it is not necessarily a good metric of how well you are testing your product.</a:t>
            </a:r>
            <a:endParaRPr b="0" lang="en-IN" sz="2800" spc="-1" strike="noStrike">
              <a:latin typeface="Arial"/>
            </a:endParaRPr>
          </a:p>
          <a:p>
            <a:pPr>
              <a:lnSpc>
                <a:spcPct val="90000"/>
              </a:lnSpc>
              <a:spcBef>
                <a:spcPts val="1001"/>
              </a:spcBef>
            </a:pP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270" dur="indefinite" restart="never" nodeType="tmRoot">
          <p:childTnLst>
            <p:seq>
              <p:cTn id="271" dur="indefinite" nodeType="mainSeq">
                <p:childTnLst>
                  <p:par>
                    <p:cTn id="272" fill="hold">
                      <p:stCondLst>
                        <p:cond delay="indefinite"/>
                      </p:stCondLst>
                      <p:childTnLst>
                        <p:par>
                          <p:cTn id="273" fill="hold">
                            <p:stCondLst>
                              <p:cond delay="0"/>
                            </p:stCondLst>
                            <p:childTnLst>
                              <p:par>
                                <p:cTn id="274" nodeType="clickEffect" fill="hold" presetClass="entr" presetID="42">
                                  <p:stCondLst>
                                    <p:cond delay="0"/>
                                  </p:stCondLst>
                                  <p:childTnLst>
                                    <p:set>
                                      <p:cBhvr>
                                        <p:cTn id="275" dur="1" fill="hold">
                                          <p:stCondLst>
                                            <p:cond delay="0"/>
                                          </p:stCondLst>
                                        </p:cTn>
                                        <p:tgtEl>
                                          <p:spTgt spid="276">
                                            <p:txEl>
                                              <p:pRg st="0" end="0"/>
                                            </p:txEl>
                                          </p:spTgt>
                                        </p:tgtEl>
                                        <p:attrNameLst>
                                          <p:attrName>style.visibility</p:attrName>
                                        </p:attrNameLst>
                                      </p:cBhvr>
                                      <p:to>
                                        <p:strVal val="visible"/>
                                      </p:to>
                                    </p:set>
                                    <p:animEffect filter="fade" transition="in">
                                      <p:cBhvr additive="repl">
                                        <p:cTn id="276" dur="1000"/>
                                        <p:tgtEl>
                                          <p:spTgt spid="276">
                                            <p:txEl>
                                              <p:pRg st="0" end="0"/>
                                            </p:txEl>
                                          </p:spTgt>
                                        </p:tgtEl>
                                      </p:cBhvr>
                                    </p:animEffect>
                                    <p:anim calcmode="lin" valueType="num">
                                      <p:cBhvr additive="repl">
                                        <p:cTn id="277" dur="1000" fill="hold"/>
                                        <p:tgtEl>
                                          <p:spTgt spid="276">
                                            <p:txEl>
                                              <p:pRg st="0" end="0"/>
                                            </p:txEl>
                                          </p:spTgt>
                                        </p:tgtEl>
                                        <p:attrNameLst>
                                          <p:attrName>ppt_x</p:attrName>
                                        </p:attrNameLst>
                                      </p:cBhvr>
                                      <p:tavLst>
                                        <p:tav tm="0">
                                          <p:val>
                                            <p:strVal val="#ppt_x"/>
                                          </p:val>
                                        </p:tav>
                                        <p:tav tm="100000">
                                          <p:val>
                                            <p:strVal val="#ppt_x"/>
                                          </p:val>
                                        </p:tav>
                                      </p:tavLst>
                                    </p:anim>
                                    <p:anim calcmode="lin" valueType="num">
                                      <p:cBhvr additive="repl">
                                        <p:cTn id="278" dur="1000" fill="hold"/>
                                        <p:tgtEl>
                                          <p:spTgt spid="276">
                                            <p:txEl>
                                              <p:pRg st="0" end="0"/>
                                            </p:txEl>
                                          </p:spTgt>
                                        </p:tgtEl>
                                        <p:attrNameLst>
                                          <p:attrName>ppt_y</p:attrName>
                                        </p:attrNameLst>
                                      </p:cBhvr>
                                      <p:tavLst>
                                        <p:tav tm="0">
                                          <p:val>
                                            <p:strVal val="#ppt_y+.1"/>
                                          </p:val>
                                        </p:tav>
                                        <p:tav tm="100000">
                                          <p:val>
                                            <p:strVal val="#ppt_y"/>
                                          </p:val>
                                        </p:tav>
                                      </p:tavLst>
                                    </p:anim>
                                  </p:childTnLst>
                                </p:cTn>
                              </p:par>
                              <p:par>
                                <p:cTn id="279" nodeType="withEffect" fill="hold" presetClass="entr" presetID="42">
                                  <p:stCondLst>
                                    <p:cond delay="0"/>
                                  </p:stCondLst>
                                  <p:childTnLst>
                                    <p:set>
                                      <p:cBhvr>
                                        <p:cTn id="280" dur="1" fill="hold">
                                          <p:stCondLst>
                                            <p:cond delay="0"/>
                                          </p:stCondLst>
                                        </p:cTn>
                                        <p:tgtEl>
                                          <p:spTgt spid="276">
                                            <p:txEl>
                                              <p:pRg st="1" end="1"/>
                                            </p:txEl>
                                          </p:spTgt>
                                        </p:tgtEl>
                                        <p:attrNameLst>
                                          <p:attrName>style.visibility</p:attrName>
                                        </p:attrNameLst>
                                      </p:cBhvr>
                                      <p:to>
                                        <p:strVal val="visible"/>
                                      </p:to>
                                    </p:set>
                                    <p:animEffect filter="fade" transition="in">
                                      <p:cBhvr additive="repl">
                                        <p:cTn id="281" dur="1000"/>
                                        <p:tgtEl>
                                          <p:spTgt spid="276">
                                            <p:txEl>
                                              <p:pRg st="1" end="1"/>
                                            </p:txEl>
                                          </p:spTgt>
                                        </p:tgtEl>
                                      </p:cBhvr>
                                    </p:animEffect>
                                    <p:anim calcmode="lin" valueType="num">
                                      <p:cBhvr additive="repl">
                                        <p:cTn id="282" dur="1000" fill="hold"/>
                                        <p:tgtEl>
                                          <p:spTgt spid="276">
                                            <p:txEl>
                                              <p:pRg st="1" end="1"/>
                                            </p:txEl>
                                          </p:spTgt>
                                        </p:tgtEl>
                                        <p:attrNameLst>
                                          <p:attrName>ppt_x</p:attrName>
                                        </p:attrNameLst>
                                      </p:cBhvr>
                                      <p:tavLst>
                                        <p:tav tm="0">
                                          <p:val>
                                            <p:strVal val="#ppt_x"/>
                                          </p:val>
                                        </p:tav>
                                        <p:tav tm="100000">
                                          <p:val>
                                            <p:strVal val="#ppt_x"/>
                                          </p:val>
                                        </p:tav>
                                      </p:tavLst>
                                    </p:anim>
                                    <p:anim calcmode="lin" valueType="num">
                                      <p:cBhvr additive="repl">
                                        <p:cTn id="283" dur="1000" fill="hold"/>
                                        <p:tgtEl>
                                          <p:spTgt spid="276">
                                            <p:txEl>
                                              <p:pRg st="1" end="1"/>
                                            </p:txEl>
                                          </p:spTgt>
                                        </p:tgtEl>
                                        <p:attrNameLst>
                                          <p:attrName>ppt_y</p:attrName>
                                        </p:attrNameLst>
                                      </p:cBhvr>
                                      <p:tavLst>
                                        <p:tav tm="0">
                                          <p:val>
                                            <p:strVal val="#ppt_y+.1"/>
                                          </p:val>
                                        </p:tav>
                                        <p:tav tm="100000">
                                          <p:val>
                                            <p:strVal val="#ppt_y"/>
                                          </p:val>
                                        </p:tav>
                                      </p:tavLst>
                                    </p:anim>
                                  </p:childTnLst>
                                </p:cTn>
                              </p:par>
                              <p:par>
                                <p:cTn id="284" nodeType="withEffect" fill="hold" presetClass="entr" presetID="42">
                                  <p:stCondLst>
                                    <p:cond delay="0"/>
                                  </p:stCondLst>
                                  <p:childTnLst>
                                    <p:set>
                                      <p:cBhvr>
                                        <p:cTn id="285" dur="1" fill="hold">
                                          <p:stCondLst>
                                            <p:cond delay="0"/>
                                          </p:stCondLst>
                                        </p:cTn>
                                        <p:tgtEl>
                                          <p:spTgt spid="276">
                                            <p:txEl>
                                              <p:pRg st="2" end="2"/>
                                            </p:txEl>
                                          </p:spTgt>
                                        </p:tgtEl>
                                        <p:attrNameLst>
                                          <p:attrName>style.visibility</p:attrName>
                                        </p:attrNameLst>
                                      </p:cBhvr>
                                      <p:to>
                                        <p:strVal val="visible"/>
                                      </p:to>
                                    </p:set>
                                    <p:animEffect filter="fade" transition="in">
                                      <p:cBhvr additive="repl">
                                        <p:cTn id="286" dur="1000"/>
                                        <p:tgtEl>
                                          <p:spTgt spid="276">
                                            <p:txEl>
                                              <p:pRg st="2" end="2"/>
                                            </p:txEl>
                                          </p:spTgt>
                                        </p:tgtEl>
                                      </p:cBhvr>
                                    </p:animEffect>
                                    <p:anim calcmode="lin" valueType="num">
                                      <p:cBhvr additive="repl">
                                        <p:cTn id="287" dur="1000" fill="hold"/>
                                        <p:tgtEl>
                                          <p:spTgt spid="276">
                                            <p:txEl>
                                              <p:pRg st="2" end="2"/>
                                            </p:txEl>
                                          </p:spTgt>
                                        </p:tgtEl>
                                        <p:attrNameLst>
                                          <p:attrName>ppt_x</p:attrName>
                                        </p:attrNameLst>
                                      </p:cBhvr>
                                      <p:tavLst>
                                        <p:tav tm="0">
                                          <p:val>
                                            <p:strVal val="#ppt_x"/>
                                          </p:val>
                                        </p:tav>
                                        <p:tav tm="100000">
                                          <p:val>
                                            <p:strVal val="#ppt_x"/>
                                          </p:val>
                                        </p:tav>
                                      </p:tavLst>
                                    </p:anim>
                                    <p:anim calcmode="lin" valueType="num">
                                      <p:cBhvr additive="repl">
                                        <p:cTn id="288" dur="1000" fill="hold"/>
                                        <p:tgtEl>
                                          <p:spTgt spid="276">
                                            <p:txEl>
                                              <p:pRg st="2" end="2"/>
                                            </p:txEl>
                                          </p:spTgt>
                                        </p:tgtEl>
                                        <p:attrNameLst>
                                          <p:attrName>ppt_y</p:attrName>
                                        </p:attrNameLst>
                                      </p:cBhvr>
                                      <p:tavLst>
                                        <p:tav tm="0">
                                          <p:val>
                                            <p:strVal val="#ppt_y+.1"/>
                                          </p:val>
                                        </p:tav>
                                        <p:tav tm="100000">
                                          <p:val>
                                            <p:strVal val="#ppt_y"/>
                                          </p:val>
                                        </p:tav>
                                      </p:tavLst>
                                    </p:anim>
                                  </p:childTnLst>
                                </p:cTn>
                              </p:par>
                              <p:par>
                                <p:cTn id="289" nodeType="withEffect" fill="hold" presetClass="entr" presetID="42">
                                  <p:stCondLst>
                                    <p:cond delay="0"/>
                                  </p:stCondLst>
                                  <p:childTnLst>
                                    <p:set>
                                      <p:cBhvr>
                                        <p:cTn id="290" dur="1" fill="hold">
                                          <p:stCondLst>
                                            <p:cond delay="0"/>
                                          </p:stCondLst>
                                        </p:cTn>
                                        <p:tgtEl>
                                          <p:spTgt spid="276">
                                            <p:txEl>
                                              <p:pRg st="3" end="3"/>
                                            </p:txEl>
                                          </p:spTgt>
                                        </p:tgtEl>
                                        <p:attrNameLst>
                                          <p:attrName>style.visibility</p:attrName>
                                        </p:attrNameLst>
                                      </p:cBhvr>
                                      <p:to>
                                        <p:strVal val="visible"/>
                                      </p:to>
                                    </p:set>
                                    <p:animEffect filter="fade" transition="in">
                                      <p:cBhvr additive="repl">
                                        <p:cTn id="291" dur="1000"/>
                                        <p:tgtEl>
                                          <p:spTgt spid="276">
                                            <p:txEl>
                                              <p:pRg st="3" end="3"/>
                                            </p:txEl>
                                          </p:spTgt>
                                        </p:tgtEl>
                                      </p:cBhvr>
                                    </p:animEffect>
                                    <p:anim calcmode="lin" valueType="num">
                                      <p:cBhvr additive="repl">
                                        <p:cTn id="292" dur="1000" fill="hold"/>
                                        <p:tgtEl>
                                          <p:spTgt spid="276">
                                            <p:txEl>
                                              <p:pRg st="3" end="3"/>
                                            </p:txEl>
                                          </p:spTgt>
                                        </p:tgtEl>
                                        <p:attrNameLst>
                                          <p:attrName>ppt_x</p:attrName>
                                        </p:attrNameLst>
                                      </p:cBhvr>
                                      <p:tavLst>
                                        <p:tav tm="0">
                                          <p:val>
                                            <p:strVal val="#ppt_x"/>
                                          </p:val>
                                        </p:tav>
                                        <p:tav tm="100000">
                                          <p:val>
                                            <p:strVal val="#ppt_x"/>
                                          </p:val>
                                        </p:tav>
                                      </p:tavLst>
                                    </p:anim>
                                    <p:anim calcmode="lin" valueType="num">
                                      <p:cBhvr additive="repl">
                                        <p:cTn id="293" dur="1000" fill="hold"/>
                                        <p:tgtEl>
                                          <p:spTgt spid="27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4" fill="hold">
                      <p:stCondLst>
                        <p:cond delay="indefinite"/>
                      </p:stCondLst>
                      <p:childTnLst>
                        <p:par>
                          <p:cTn id="295" fill="hold">
                            <p:stCondLst>
                              <p:cond delay="0"/>
                            </p:stCondLst>
                            <p:childTnLst>
                              <p:par>
                                <p:cTn id="296" nodeType="clickEffect" fill="hold" presetClass="entr" presetID="42">
                                  <p:stCondLst>
                                    <p:cond delay="0"/>
                                  </p:stCondLst>
                                  <p:childTnLst>
                                    <p:set>
                                      <p:cBhvr>
                                        <p:cTn id="297" dur="1" fill="hold">
                                          <p:stCondLst>
                                            <p:cond delay="0"/>
                                          </p:stCondLst>
                                        </p:cTn>
                                        <p:tgtEl>
                                          <p:spTgt spid="276">
                                            <p:txEl>
                                              <p:pRg st="4" end="4"/>
                                            </p:txEl>
                                          </p:spTgt>
                                        </p:tgtEl>
                                        <p:attrNameLst>
                                          <p:attrName>style.visibility</p:attrName>
                                        </p:attrNameLst>
                                      </p:cBhvr>
                                      <p:to>
                                        <p:strVal val="visible"/>
                                      </p:to>
                                    </p:set>
                                    <p:animEffect filter="fade" transition="in">
                                      <p:cBhvr additive="repl">
                                        <p:cTn id="298" dur="1000"/>
                                        <p:tgtEl>
                                          <p:spTgt spid="276">
                                            <p:txEl>
                                              <p:pRg st="4" end="4"/>
                                            </p:txEl>
                                          </p:spTgt>
                                        </p:tgtEl>
                                      </p:cBhvr>
                                    </p:animEffect>
                                    <p:anim calcmode="lin" valueType="num">
                                      <p:cBhvr additive="repl">
                                        <p:cTn id="299" dur="1000" fill="hold"/>
                                        <p:tgtEl>
                                          <p:spTgt spid="276">
                                            <p:txEl>
                                              <p:pRg st="4" end="4"/>
                                            </p:txEl>
                                          </p:spTgt>
                                        </p:tgtEl>
                                        <p:attrNameLst>
                                          <p:attrName>ppt_x</p:attrName>
                                        </p:attrNameLst>
                                      </p:cBhvr>
                                      <p:tavLst>
                                        <p:tav tm="0">
                                          <p:val>
                                            <p:strVal val="#ppt_x"/>
                                          </p:val>
                                        </p:tav>
                                        <p:tav tm="100000">
                                          <p:val>
                                            <p:strVal val="#ppt_x"/>
                                          </p:val>
                                        </p:tav>
                                      </p:tavLst>
                                    </p:anim>
                                    <p:anim calcmode="lin" valueType="num">
                                      <p:cBhvr additive="repl">
                                        <p:cTn id="300" dur="1000" fill="hold"/>
                                        <p:tgtEl>
                                          <p:spTgt spid="27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7" name="Picture 8" descr=""/>
          <p:cNvPicPr/>
          <p:nvPr/>
        </p:nvPicPr>
        <p:blipFill>
          <a:blip r:embed="rId1">
            <a:alphaModFix amt="50000"/>
          </a:blip>
          <a:stretch/>
        </p:blipFill>
        <p:spPr>
          <a:xfrm>
            <a:off x="1224000" y="1280880"/>
            <a:ext cx="9530640" cy="1958400"/>
          </a:xfrm>
          <a:prstGeom prst="rect">
            <a:avLst/>
          </a:prstGeom>
          <a:ln>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nSpc>
                <a:spcPct val="90000"/>
              </a:lnSpc>
            </a:pPr>
            <a:r>
              <a:rPr b="1" lang="en-IN" sz="4400" spc="-1" strike="noStrike" u="sng">
                <a:solidFill>
                  <a:srgbClr val="000000"/>
                </a:solidFill>
                <a:uFillTx/>
                <a:latin typeface="comic"/>
                <a:ea typeface="DejaVu Sans"/>
              </a:rPr>
              <a:t>Sonarqube</a:t>
            </a:r>
            <a:endParaRPr b="0" lang="en-IN" sz="4400" spc="-1" strike="noStrike">
              <a:latin typeface="Arial"/>
            </a:endParaRPr>
          </a:p>
        </p:txBody>
      </p:sp>
      <p:sp>
        <p:nvSpPr>
          <p:cNvPr id="279"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An open-source platform developed by SonarSource for continuous </a:t>
            </a:r>
            <a:r>
              <a:rPr b="1" lang="en-US" sz="2800" spc="-1" strike="noStrike">
                <a:solidFill>
                  <a:srgbClr val="000000"/>
                </a:solidFill>
                <a:latin typeface="Palatino Linotype"/>
                <a:ea typeface="DejaVu Sans"/>
              </a:rPr>
              <a:t>inspection of code quality</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Perform automatic reviews </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Static analysis of code to </a:t>
            </a:r>
            <a:r>
              <a:rPr b="1" lang="en-US" sz="2800" spc="-1" strike="noStrike">
                <a:solidFill>
                  <a:srgbClr val="000000"/>
                </a:solidFill>
                <a:latin typeface="Palatino Linotype"/>
                <a:ea typeface="DejaVu Sans"/>
              </a:rPr>
              <a:t>detect</a:t>
            </a:r>
            <a:r>
              <a:rPr b="0" lang="en-US" sz="2800" spc="-1" strike="noStrike">
                <a:solidFill>
                  <a:srgbClr val="000000"/>
                </a:solidFill>
                <a:latin typeface="Palatino Linotype"/>
                <a:ea typeface="DejaVu Sans"/>
              </a:rPr>
              <a:t> </a:t>
            </a:r>
            <a:r>
              <a:rPr b="1" lang="en-US" sz="2800" spc="-1" strike="noStrike">
                <a:solidFill>
                  <a:srgbClr val="000000"/>
                </a:solidFill>
                <a:latin typeface="Palatino Linotype"/>
                <a:ea typeface="DejaVu Sans"/>
              </a:rPr>
              <a:t>bugs, code smells, and security vulnerabilities</a:t>
            </a:r>
            <a:r>
              <a:rPr b="0" lang="en-US" sz="2800" spc="-1" strike="noStrike">
                <a:solidFill>
                  <a:srgbClr val="000000"/>
                </a:solidFill>
                <a:latin typeface="Palatino Linotype"/>
                <a:ea typeface="DejaVu Sans"/>
              </a:rPr>
              <a:t> on 20+ programming languages. </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SonarQube offers reports on </a:t>
            </a:r>
            <a:r>
              <a:rPr b="1" lang="en-US" sz="2800" spc="-1" strike="noStrike">
                <a:solidFill>
                  <a:srgbClr val="000000"/>
                </a:solidFill>
                <a:latin typeface="Palatino Linotype"/>
                <a:ea typeface="DejaVu Sans"/>
              </a:rPr>
              <a:t>duplicated code, coding standards, unit tests, code coverage, code complexity, comments, bugs, and security vulnerabilities</a:t>
            </a:r>
            <a:r>
              <a:rPr b="0" lang="en-US" sz="2800" spc="-1" strike="noStrike">
                <a:solidFill>
                  <a:srgbClr val="000000"/>
                </a:solidFill>
                <a:latin typeface="Palatino Linotype"/>
                <a:ea typeface="DejaVu Sans"/>
              </a:rPr>
              <a:t>.</a:t>
            </a: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301" dur="indefinite" restart="never" nodeType="tmRoot">
          <p:childTnLst>
            <p:seq>
              <p:cTn id="302" dur="indefinite" nodeType="mainSeq">
                <p:childTnLst>
                  <p:par>
                    <p:cTn id="303" fill="hold">
                      <p:stCondLst>
                        <p:cond delay="indefinite"/>
                      </p:stCondLst>
                      <p:childTnLst>
                        <p:par>
                          <p:cTn id="304" fill="hold">
                            <p:stCondLst>
                              <p:cond delay="0"/>
                            </p:stCondLst>
                            <p:childTnLst>
                              <p:par>
                                <p:cTn id="305" nodeType="clickEffect" fill="hold" presetClass="entr" presetID="42">
                                  <p:stCondLst>
                                    <p:cond delay="0"/>
                                  </p:stCondLst>
                                  <p:childTnLst>
                                    <p:set>
                                      <p:cBhvr>
                                        <p:cTn id="306" dur="1" fill="hold">
                                          <p:stCondLst>
                                            <p:cond delay="0"/>
                                          </p:stCondLst>
                                        </p:cTn>
                                        <p:tgtEl>
                                          <p:spTgt spid="279">
                                            <p:txEl>
                                              <p:pRg st="0" end="0"/>
                                            </p:txEl>
                                          </p:spTgt>
                                        </p:tgtEl>
                                        <p:attrNameLst>
                                          <p:attrName>style.visibility</p:attrName>
                                        </p:attrNameLst>
                                      </p:cBhvr>
                                      <p:to>
                                        <p:strVal val="visible"/>
                                      </p:to>
                                    </p:set>
                                    <p:animEffect filter="fade" transition="in">
                                      <p:cBhvr additive="repl">
                                        <p:cTn id="307" dur="1000"/>
                                        <p:tgtEl>
                                          <p:spTgt spid="279">
                                            <p:txEl>
                                              <p:pRg st="0" end="0"/>
                                            </p:txEl>
                                          </p:spTgt>
                                        </p:tgtEl>
                                      </p:cBhvr>
                                    </p:animEffect>
                                    <p:anim calcmode="lin" valueType="num">
                                      <p:cBhvr additive="repl">
                                        <p:cTn id="308" dur="1000" fill="hold"/>
                                        <p:tgtEl>
                                          <p:spTgt spid="279">
                                            <p:txEl>
                                              <p:pRg st="0" end="0"/>
                                            </p:txEl>
                                          </p:spTgt>
                                        </p:tgtEl>
                                        <p:attrNameLst>
                                          <p:attrName>ppt_x</p:attrName>
                                        </p:attrNameLst>
                                      </p:cBhvr>
                                      <p:tavLst>
                                        <p:tav tm="0">
                                          <p:val>
                                            <p:strVal val="#ppt_x"/>
                                          </p:val>
                                        </p:tav>
                                        <p:tav tm="100000">
                                          <p:val>
                                            <p:strVal val="#ppt_x"/>
                                          </p:val>
                                        </p:tav>
                                      </p:tavLst>
                                    </p:anim>
                                    <p:anim calcmode="lin" valueType="num">
                                      <p:cBhvr additive="repl">
                                        <p:cTn id="309" dur="1000" fill="hold"/>
                                        <p:tgtEl>
                                          <p:spTgt spid="2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0" fill="hold">
                      <p:stCondLst>
                        <p:cond delay="indefinite"/>
                      </p:stCondLst>
                      <p:childTnLst>
                        <p:par>
                          <p:cTn id="311" fill="hold">
                            <p:stCondLst>
                              <p:cond delay="0"/>
                            </p:stCondLst>
                            <p:childTnLst>
                              <p:par>
                                <p:cTn id="312" nodeType="clickEffect" fill="hold" presetClass="entr" presetID="42">
                                  <p:stCondLst>
                                    <p:cond delay="0"/>
                                  </p:stCondLst>
                                  <p:childTnLst>
                                    <p:set>
                                      <p:cBhvr>
                                        <p:cTn id="313" dur="1" fill="hold">
                                          <p:stCondLst>
                                            <p:cond delay="0"/>
                                          </p:stCondLst>
                                        </p:cTn>
                                        <p:tgtEl>
                                          <p:spTgt spid="279">
                                            <p:txEl>
                                              <p:pRg st="1" end="1"/>
                                            </p:txEl>
                                          </p:spTgt>
                                        </p:tgtEl>
                                        <p:attrNameLst>
                                          <p:attrName>style.visibility</p:attrName>
                                        </p:attrNameLst>
                                      </p:cBhvr>
                                      <p:to>
                                        <p:strVal val="visible"/>
                                      </p:to>
                                    </p:set>
                                    <p:animEffect filter="fade" transition="in">
                                      <p:cBhvr additive="repl">
                                        <p:cTn id="314" dur="1000"/>
                                        <p:tgtEl>
                                          <p:spTgt spid="279">
                                            <p:txEl>
                                              <p:pRg st="1" end="1"/>
                                            </p:txEl>
                                          </p:spTgt>
                                        </p:tgtEl>
                                      </p:cBhvr>
                                    </p:animEffect>
                                    <p:anim calcmode="lin" valueType="num">
                                      <p:cBhvr additive="repl">
                                        <p:cTn id="315" dur="1000" fill="hold"/>
                                        <p:tgtEl>
                                          <p:spTgt spid="279">
                                            <p:txEl>
                                              <p:pRg st="1" end="1"/>
                                            </p:txEl>
                                          </p:spTgt>
                                        </p:tgtEl>
                                        <p:attrNameLst>
                                          <p:attrName>ppt_x</p:attrName>
                                        </p:attrNameLst>
                                      </p:cBhvr>
                                      <p:tavLst>
                                        <p:tav tm="0">
                                          <p:val>
                                            <p:strVal val="#ppt_x"/>
                                          </p:val>
                                        </p:tav>
                                        <p:tav tm="100000">
                                          <p:val>
                                            <p:strVal val="#ppt_x"/>
                                          </p:val>
                                        </p:tav>
                                      </p:tavLst>
                                    </p:anim>
                                    <p:anim calcmode="lin" valueType="num">
                                      <p:cBhvr additive="repl">
                                        <p:cTn id="316" dur="1000" fill="hold"/>
                                        <p:tgtEl>
                                          <p:spTgt spid="2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nodeType="clickEffect" fill="hold" presetClass="entr" presetID="42">
                                  <p:stCondLst>
                                    <p:cond delay="0"/>
                                  </p:stCondLst>
                                  <p:childTnLst>
                                    <p:set>
                                      <p:cBhvr>
                                        <p:cTn id="320" dur="1" fill="hold">
                                          <p:stCondLst>
                                            <p:cond delay="0"/>
                                          </p:stCondLst>
                                        </p:cTn>
                                        <p:tgtEl>
                                          <p:spTgt spid="279">
                                            <p:txEl>
                                              <p:pRg st="2" end="2"/>
                                            </p:txEl>
                                          </p:spTgt>
                                        </p:tgtEl>
                                        <p:attrNameLst>
                                          <p:attrName>style.visibility</p:attrName>
                                        </p:attrNameLst>
                                      </p:cBhvr>
                                      <p:to>
                                        <p:strVal val="visible"/>
                                      </p:to>
                                    </p:set>
                                    <p:animEffect filter="fade" transition="in">
                                      <p:cBhvr additive="repl">
                                        <p:cTn id="321" dur="1000"/>
                                        <p:tgtEl>
                                          <p:spTgt spid="279">
                                            <p:txEl>
                                              <p:pRg st="2" end="2"/>
                                            </p:txEl>
                                          </p:spTgt>
                                        </p:tgtEl>
                                      </p:cBhvr>
                                    </p:animEffect>
                                    <p:anim calcmode="lin" valueType="num">
                                      <p:cBhvr additive="repl">
                                        <p:cTn id="322" dur="1000" fill="hold"/>
                                        <p:tgtEl>
                                          <p:spTgt spid="279">
                                            <p:txEl>
                                              <p:pRg st="2" end="2"/>
                                            </p:txEl>
                                          </p:spTgt>
                                        </p:tgtEl>
                                        <p:attrNameLst>
                                          <p:attrName>ppt_x</p:attrName>
                                        </p:attrNameLst>
                                      </p:cBhvr>
                                      <p:tavLst>
                                        <p:tav tm="0">
                                          <p:val>
                                            <p:strVal val="#ppt_x"/>
                                          </p:val>
                                        </p:tav>
                                        <p:tav tm="100000">
                                          <p:val>
                                            <p:strVal val="#ppt_x"/>
                                          </p:val>
                                        </p:tav>
                                      </p:tavLst>
                                    </p:anim>
                                    <p:anim calcmode="lin" valueType="num">
                                      <p:cBhvr additive="repl">
                                        <p:cTn id="323" dur="1000" fill="hold"/>
                                        <p:tgtEl>
                                          <p:spTgt spid="2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4" fill="hold">
                      <p:stCondLst>
                        <p:cond delay="indefinite"/>
                      </p:stCondLst>
                      <p:childTnLst>
                        <p:par>
                          <p:cTn id="325" fill="hold">
                            <p:stCondLst>
                              <p:cond delay="0"/>
                            </p:stCondLst>
                            <p:childTnLst>
                              <p:par>
                                <p:cTn id="326" nodeType="clickEffect" fill="hold" presetClass="entr" presetID="42">
                                  <p:stCondLst>
                                    <p:cond delay="0"/>
                                  </p:stCondLst>
                                  <p:childTnLst>
                                    <p:set>
                                      <p:cBhvr>
                                        <p:cTn id="327" dur="1" fill="hold">
                                          <p:stCondLst>
                                            <p:cond delay="0"/>
                                          </p:stCondLst>
                                        </p:cTn>
                                        <p:tgtEl>
                                          <p:spTgt spid="279">
                                            <p:txEl>
                                              <p:pRg st="3" end="3"/>
                                            </p:txEl>
                                          </p:spTgt>
                                        </p:tgtEl>
                                        <p:attrNameLst>
                                          <p:attrName>style.visibility</p:attrName>
                                        </p:attrNameLst>
                                      </p:cBhvr>
                                      <p:to>
                                        <p:strVal val="visible"/>
                                      </p:to>
                                    </p:set>
                                    <p:animEffect filter="fade" transition="in">
                                      <p:cBhvr additive="repl">
                                        <p:cTn id="328" dur="1000"/>
                                        <p:tgtEl>
                                          <p:spTgt spid="279">
                                            <p:txEl>
                                              <p:pRg st="3" end="3"/>
                                            </p:txEl>
                                          </p:spTgt>
                                        </p:tgtEl>
                                      </p:cBhvr>
                                    </p:animEffect>
                                    <p:anim calcmode="lin" valueType="num">
                                      <p:cBhvr additive="repl">
                                        <p:cTn id="329" dur="1000" fill="hold"/>
                                        <p:tgtEl>
                                          <p:spTgt spid="279">
                                            <p:txEl>
                                              <p:pRg st="3" end="3"/>
                                            </p:txEl>
                                          </p:spTgt>
                                        </p:tgtEl>
                                        <p:attrNameLst>
                                          <p:attrName>ppt_x</p:attrName>
                                        </p:attrNameLst>
                                      </p:cBhvr>
                                      <p:tavLst>
                                        <p:tav tm="0">
                                          <p:val>
                                            <p:strVal val="#ppt_x"/>
                                          </p:val>
                                        </p:tav>
                                        <p:tav tm="100000">
                                          <p:val>
                                            <p:strVal val="#ppt_x"/>
                                          </p:val>
                                        </p:tav>
                                      </p:tavLst>
                                    </p:anim>
                                    <p:anim calcmode="lin" valueType="num">
                                      <p:cBhvr additive="repl">
                                        <p:cTn id="330" dur="1000" fill="hold"/>
                                        <p:tgtEl>
                                          <p:spTgt spid="27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CustomShape 1"/>
          <p:cNvSpPr/>
          <p:nvPr/>
        </p:nvSpPr>
        <p:spPr>
          <a:xfrm>
            <a:off x="864000" y="504000"/>
            <a:ext cx="10799280" cy="5975280"/>
          </a:xfrm>
          <a:prstGeom prst="rect">
            <a:avLst/>
          </a:prstGeom>
          <a:solidFill>
            <a:srgbClr val="ffffff"/>
          </a:solidFill>
          <a:ln w="25560">
            <a:solidFill>
              <a:srgbClr val="000000"/>
            </a:solidFill>
            <a:miter/>
          </a:ln>
        </p:spPr>
        <p:style>
          <a:lnRef idx="0"/>
          <a:fillRef idx="0"/>
          <a:effectRef idx="0"/>
          <a:fontRef idx="minor"/>
        </p:style>
        <p:txBody>
          <a:bodyPr lIns="90000" rIns="90000" tIns="45000" bIns="45000" anchor="ctr">
            <a:noAutofit/>
          </a:bodyPr>
          <a:p>
            <a:pPr algn="ctr">
              <a:lnSpc>
                <a:spcPct val="100000"/>
              </a:lnSpc>
            </a:pPr>
            <a:r>
              <a:rPr b="0" lang="en-IN" sz="5400" spc="-1" strike="noStrike">
                <a:solidFill>
                  <a:srgbClr val="000000"/>
                </a:solidFill>
                <a:latin typeface="comic"/>
                <a:ea typeface="DejaVu Sans"/>
              </a:rPr>
              <a:t>MUTATION TESTING</a:t>
            </a:r>
            <a:endParaRPr b="0" lang="en-IN" sz="5400" spc="-1" strike="noStrike">
              <a:latin typeface="Arial"/>
            </a:endParaRPr>
          </a:p>
          <a:p>
            <a:pPr algn="ctr">
              <a:lnSpc>
                <a:spcPct val="100000"/>
              </a:lnSpc>
            </a:pPr>
            <a:r>
              <a:rPr b="0" lang="en-IN" sz="2400" spc="-1" strike="noStrike" u="sng">
                <a:solidFill>
                  <a:srgbClr val="000000"/>
                </a:solidFill>
                <a:uFillTx/>
                <a:latin typeface="comic"/>
                <a:ea typeface="DejaVu Sans"/>
              </a:rPr>
              <a:t>TESTING THE UNIT TESTS</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What is Mutation testing</a:t>
            </a:r>
            <a:endParaRPr b="0" lang="en-IN" sz="4400" spc="-1" strike="noStrike">
              <a:latin typeface="Arial"/>
            </a:endParaRPr>
          </a:p>
        </p:txBody>
      </p:sp>
      <p:sp>
        <p:nvSpPr>
          <p:cNvPr id="282"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Faults (or mutations) are automatically seeded into your code, then your tests are run. If your tests fail then the mutation is killed, if your tests pass then the mutation lived.</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The quality of your tests can be gauged from </a:t>
            </a:r>
            <a:r>
              <a:rPr b="1" i="1" lang="en-US" sz="2800" spc="-1" strike="noStrike">
                <a:solidFill>
                  <a:srgbClr val="000000"/>
                </a:solidFill>
                <a:latin typeface="Palatino Linotype"/>
                <a:ea typeface="DejaVu Sans"/>
              </a:rPr>
              <a:t>the percentage of mutations killed</a:t>
            </a:r>
            <a:r>
              <a:rPr b="0" lang="en-US" sz="2800" spc="-1" strike="noStrike">
                <a:solidFill>
                  <a:srgbClr val="000000"/>
                </a:solidFill>
                <a:latin typeface="Palatino Linotype"/>
                <a:ea typeface="DejaVu Sans"/>
              </a:rPr>
              <a:t>.</a:t>
            </a: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331" dur="indefinite" restart="never" nodeType="tmRoot">
          <p:childTnLst>
            <p:seq>
              <p:cTn id="332" dur="indefinite" nodeType="mainSeq">
                <p:childTnLst>
                  <p:par>
                    <p:cTn id="333" fill="hold">
                      <p:stCondLst>
                        <p:cond delay="indefinite"/>
                      </p:stCondLst>
                      <p:childTnLst>
                        <p:par>
                          <p:cTn id="334" fill="hold">
                            <p:stCondLst>
                              <p:cond delay="0"/>
                            </p:stCondLst>
                            <p:childTnLst>
                              <p:par>
                                <p:cTn id="335" nodeType="clickEffect" fill="hold" presetClass="entr" presetID="42">
                                  <p:stCondLst>
                                    <p:cond delay="0"/>
                                  </p:stCondLst>
                                  <p:childTnLst>
                                    <p:set>
                                      <p:cBhvr>
                                        <p:cTn id="336" dur="1" fill="hold">
                                          <p:stCondLst>
                                            <p:cond delay="0"/>
                                          </p:stCondLst>
                                        </p:cTn>
                                        <p:tgtEl>
                                          <p:spTgt spid="282"/>
                                        </p:tgtEl>
                                        <p:attrNameLst>
                                          <p:attrName>style.visibility</p:attrName>
                                        </p:attrNameLst>
                                      </p:cBhvr>
                                      <p:to>
                                        <p:strVal val="visible"/>
                                      </p:to>
                                    </p:set>
                                    <p:animEffect filter="fade" transition="in">
                                      <p:cBhvr additive="repl">
                                        <p:cTn id="337" dur="1000"/>
                                        <p:tgtEl>
                                          <p:spTgt spid="282"/>
                                        </p:tgtEl>
                                      </p:cBhvr>
                                    </p:animEffect>
                                    <p:anim calcmode="lin" valueType="num">
                                      <p:cBhvr additive="repl">
                                        <p:cTn id="338" dur="1000" fill="hold"/>
                                        <p:tgtEl>
                                          <p:spTgt spid="282"/>
                                        </p:tgtEl>
                                        <p:attrNameLst>
                                          <p:attrName>ppt_x</p:attrName>
                                        </p:attrNameLst>
                                      </p:cBhvr>
                                      <p:tavLst>
                                        <p:tav tm="0">
                                          <p:val>
                                            <p:strVal val="#ppt_x"/>
                                          </p:val>
                                        </p:tav>
                                        <p:tav tm="100000">
                                          <p:val>
                                            <p:strVal val="#ppt_x"/>
                                          </p:val>
                                        </p:tav>
                                      </p:tavLst>
                                    </p:anim>
                                    <p:anim calcmode="lin" valueType="num">
                                      <p:cBhvr additive="repl">
                                        <p:cTn id="339" dur="1000" fill="hold"/>
                                        <p:tgtEl>
                                          <p:spTgt spid="282"/>
                                        </p:tgtEl>
                                        <p:attrNameLst>
                                          <p:attrName>ppt_y</p:attrName>
                                        </p:attrNameLst>
                                      </p:cBhvr>
                                      <p:tavLst>
                                        <p:tav tm="0">
                                          <p:val>
                                            <p:strVal val="#ppt_y+.1"/>
                                          </p:val>
                                        </p:tav>
                                        <p:tav tm="100000">
                                          <p:val>
                                            <p:strVal val="#ppt_y"/>
                                          </p:val>
                                        </p:tav>
                                      </p:tavLst>
                                    </p:anim>
                                  </p:childTnLst>
                                </p:cTn>
                              </p:par>
                            </p:childTnLst>
                          </p:cTn>
                        </p:par>
                      </p:childTnLst>
                    </p:cTn>
                  </p:par>
                  <p:par>
                    <p:cTn id="340" fill="hold">
                      <p:stCondLst>
                        <p:cond delay="indefinite"/>
                      </p:stCondLst>
                      <p:childTnLst>
                        <p:par>
                          <p:cTn id="341" fill="hold">
                            <p:stCondLst>
                              <p:cond delay="0"/>
                            </p:stCondLst>
                            <p:childTnLst>
                              <p:par>
                                <p:cTn id="342" nodeType="clickEffect" fill="hold" presetClass="entr" presetID="42">
                                  <p:stCondLst>
                                    <p:cond delay="0"/>
                                  </p:stCondLst>
                                  <p:childTnLst>
                                    <p:set>
                                      <p:cBhvr>
                                        <p:cTn id="343" dur="1" fill="hold">
                                          <p:stCondLst>
                                            <p:cond delay="0"/>
                                          </p:stCondLst>
                                        </p:cTn>
                                        <p:tgtEl>
                                          <p:spTgt spid="282">
                                            <p:txEl>
                                              <p:pRg st="0" end="0"/>
                                            </p:txEl>
                                          </p:spTgt>
                                        </p:tgtEl>
                                        <p:attrNameLst>
                                          <p:attrName>style.visibility</p:attrName>
                                        </p:attrNameLst>
                                      </p:cBhvr>
                                      <p:to>
                                        <p:strVal val="visible"/>
                                      </p:to>
                                    </p:set>
                                    <p:animEffect filter="fade" transition="in">
                                      <p:cBhvr additive="repl">
                                        <p:cTn id="344" dur="1000"/>
                                        <p:tgtEl>
                                          <p:spTgt spid="282">
                                            <p:txEl>
                                              <p:pRg st="0" end="0"/>
                                            </p:txEl>
                                          </p:spTgt>
                                        </p:tgtEl>
                                      </p:cBhvr>
                                    </p:animEffect>
                                    <p:anim calcmode="lin" valueType="num">
                                      <p:cBhvr additive="repl">
                                        <p:cTn id="345" dur="1000" fill="hold"/>
                                        <p:tgtEl>
                                          <p:spTgt spid="282">
                                            <p:txEl>
                                              <p:pRg st="0" end="0"/>
                                            </p:txEl>
                                          </p:spTgt>
                                        </p:tgtEl>
                                        <p:attrNameLst>
                                          <p:attrName>ppt_x</p:attrName>
                                        </p:attrNameLst>
                                      </p:cBhvr>
                                      <p:tavLst>
                                        <p:tav tm="0">
                                          <p:val>
                                            <p:strVal val="#ppt_x"/>
                                          </p:val>
                                        </p:tav>
                                        <p:tav tm="100000">
                                          <p:val>
                                            <p:strVal val="#ppt_x"/>
                                          </p:val>
                                        </p:tav>
                                      </p:tavLst>
                                    </p:anim>
                                    <p:anim calcmode="lin" valueType="num">
                                      <p:cBhvr additive="repl">
                                        <p:cTn id="346" dur="1000" fill="hold"/>
                                        <p:tgtEl>
                                          <p:spTgt spid="28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7" fill="hold">
                      <p:stCondLst>
                        <p:cond delay="indefinite"/>
                      </p:stCondLst>
                      <p:childTnLst>
                        <p:par>
                          <p:cTn id="348" fill="hold">
                            <p:stCondLst>
                              <p:cond delay="0"/>
                            </p:stCondLst>
                            <p:childTnLst>
                              <p:par>
                                <p:cTn id="349" nodeType="clickEffect" fill="hold" presetClass="entr" presetID="42">
                                  <p:stCondLst>
                                    <p:cond delay="0"/>
                                  </p:stCondLst>
                                  <p:childTnLst>
                                    <p:set>
                                      <p:cBhvr>
                                        <p:cTn id="350" dur="1" fill="hold">
                                          <p:stCondLst>
                                            <p:cond delay="0"/>
                                          </p:stCondLst>
                                        </p:cTn>
                                        <p:tgtEl>
                                          <p:spTgt spid="282">
                                            <p:txEl>
                                              <p:pRg st="1" end="1"/>
                                            </p:txEl>
                                          </p:spTgt>
                                        </p:tgtEl>
                                        <p:attrNameLst>
                                          <p:attrName>style.visibility</p:attrName>
                                        </p:attrNameLst>
                                      </p:cBhvr>
                                      <p:to>
                                        <p:strVal val="visible"/>
                                      </p:to>
                                    </p:set>
                                    <p:animEffect filter="fade" transition="in">
                                      <p:cBhvr additive="repl">
                                        <p:cTn id="351" dur="1000"/>
                                        <p:tgtEl>
                                          <p:spTgt spid="282">
                                            <p:txEl>
                                              <p:pRg st="1" end="1"/>
                                            </p:txEl>
                                          </p:spTgt>
                                        </p:tgtEl>
                                      </p:cBhvr>
                                    </p:animEffect>
                                    <p:anim calcmode="lin" valueType="num">
                                      <p:cBhvr additive="repl">
                                        <p:cTn id="352" dur="1000" fill="hold"/>
                                        <p:tgtEl>
                                          <p:spTgt spid="282">
                                            <p:txEl>
                                              <p:pRg st="1" end="1"/>
                                            </p:txEl>
                                          </p:spTgt>
                                        </p:tgtEl>
                                        <p:attrNameLst>
                                          <p:attrName>ppt_x</p:attrName>
                                        </p:attrNameLst>
                                      </p:cBhvr>
                                      <p:tavLst>
                                        <p:tav tm="0">
                                          <p:val>
                                            <p:strVal val="#ppt_x"/>
                                          </p:val>
                                        </p:tav>
                                        <p:tav tm="100000">
                                          <p:val>
                                            <p:strVal val="#ppt_x"/>
                                          </p:val>
                                        </p:tav>
                                      </p:tavLst>
                                    </p:anim>
                                    <p:anim calcmode="lin" valueType="num">
                                      <p:cBhvr additive="repl">
                                        <p:cTn id="353" dur="1000" fill="hold"/>
                                        <p:tgtEl>
                                          <p:spTgt spid="28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gn="ctr">
              <a:lnSpc>
                <a:spcPct val="90000"/>
              </a:lnSpc>
            </a:pPr>
            <a:r>
              <a:rPr b="1" lang="en-IN" sz="4400" spc="-1" strike="noStrike" u="sng">
                <a:solidFill>
                  <a:srgbClr val="000000"/>
                </a:solidFill>
                <a:uFillTx/>
                <a:latin typeface="comic"/>
                <a:ea typeface="DejaVu Sans"/>
              </a:rPr>
              <a:t>Why??</a:t>
            </a:r>
            <a:endParaRPr b="0" lang="en-IN" sz="4400" spc="-1" strike="noStrike">
              <a:latin typeface="Arial"/>
            </a:endParaRPr>
          </a:p>
        </p:txBody>
      </p:sp>
      <p:sp>
        <p:nvSpPr>
          <p:cNvPr id="284"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fontScale="73000"/>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Traditional test coverage (i.e line, statement, branch, etc.) measures only which code is </a:t>
            </a:r>
            <a:r>
              <a:rPr b="1" lang="en-US" sz="2800" spc="-1" strike="noStrike">
                <a:solidFill>
                  <a:srgbClr val="000000"/>
                </a:solidFill>
                <a:latin typeface="Calibri"/>
                <a:ea typeface="DejaVu Sans"/>
              </a:rPr>
              <a:t>executed</a:t>
            </a:r>
            <a:r>
              <a:rPr b="0" lang="en-US" sz="2800" spc="-1" strike="noStrike">
                <a:solidFill>
                  <a:srgbClr val="000000"/>
                </a:solidFill>
                <a:latin typeface="Calibri"/>
                <a:ea typeface="DejaVu Sans"/>
              </a:rPr>
              <a:t> by your tests.</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It does </a:t>
            </a:r>
            <a:r>
              <a:rPr b="1" lang="en-US" sz="2800" spc="-1" strike="noStrike">
                <a:solidFill>
                  <a:srgbClr val="000000"/>
                </a:solidFill>
                <a:latin typeface="Calibri"/>
                <a:ea typeface="DejaVu Sans"/>
              </a:rPr>
              <a:t>not</a:t>
            </a:r>
            <a:r>
              <a:rPr b="0" lang="en-US" sz="2800" spc="-1" strike="noStrike">
                <a:solidFill>
                  <a:srgbClr val="000000"/>
                </a:solidFill>
                <a:latin typeface="Calibri"/>
                <a:ea typeface="DejaVu Sans"/>
              </a:rPr>
              <a:t> check that your tests are actually able to </a:t>
            </a:r>
            <a:r>
              <a:rPr b="1" lang="en-US" sz="2800" spc="-1" strike="noStrike">
                <a:solidFill>
                  <a:srgbClr val="000000"/>
                </a:solidFill>
                <a:latin typeface="Calibri"/>
                <a:ea typeface="DejaVu Sans"/>
              </a:rPr>
              <a:t>detect faults</a:t>
            </a:r>
            <a:r>
              <a:rPr b="0" lang="en-US" sz="2800" spc="-1" strike="noStrike">
                <a:solidFill>
                  <a:srgbClr val="000000"/>
                </a:solidFill>
                <a:latin typeface="Calibri"/>
                <a:ea typeface="DejaVu Sans"/>
              </a:rPr>
              <a:t> in the executed code. It is therefore only able to identify code that is definitely </a:t>
            </a:r>
            <a:r>
              <a:rPr b="1" lang="en-US" sz="2800" spc="-1" strike="noStrike">
                <a:solidFill>
                  <a:srgbClr val="000000"/>
                </a:solidFill>
                <a:latin typeface="Calibri"/>
                <a:ea typeface="DejaVu Sans"/>
              </a:rPr>
              <a:t>not tested</a:t>
            </a:r>
            <a:r>
              <a:rPr b="0" lang="en-US" sz="2800" spc="-1" strike="noStrike">
                <a:solidFill>
                  <a:srgbClr val="000000"/>
                </a:solidFill>
                <a:latin typeface="Calibri"/>
                <a:ea typeface="DejaVu Sans"/>
              </a:rPr>
              <a:t>.</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The most extreme examples of the problem are tests with no assertions. Fortunately these are uncommon in most code bases. </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As it is actually able to detect whether each statement is meaningfully tested, mutation testing is the gold standard against which all other types of coverage are measured.</a:t>
            </a: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354" dur="indefinite" restart="never" nodeType="tmRoot">
          <p:childTnLst>
            <p:seq>
              <p:cTn id="355" dur="indefinite" nodeType="mainSeq">
                <p:childTnLst>
                  <p:par>
                    <p:cTn id="356" fill="hold">
                      <p:stCondLst>
                        <p:cond delay="indefinite"/>
                      </p:stCondLst>
                      <p:childTnLst>
                        <p:par>
                          <p:cTn id="357" fill="hold">
                            <p:stCondLst>
                              <p:cond delay="0"/>
                            </p:stCondLst>
                            <p:childTnLst>
                              <p:par>
                                <p:cTn id="358" nodeType="clickEffect" fill="hold" presetClass="entr" presetID="42">
                                  <p:stCondLst>
                                    <p:cond delay="0"/>
                                  </p:stCondLst>
                                  <p:childTnLst>
                                    <p:set>
                                      <p:cBhvr>
                                        <p:cTn id="359" dur="1" fill="hold">
                                          <p:stCondLst>
                                            <p:cond delay="0"/>
                                          </p:stCondLst>
                                        </p:cTn>
                                        <p:tgtEl>
                                          <p:spTgt spid="284"/>
                                        </p:tgtEl>
                                        <p:attrNameLst>
                                          <p:attrName>style.visibility</p:attrName>
                                        </p:attrNameLst>
                                      </p:cBhvr>
                                      <p:to>
                                        <p:strVal val="visible"/>
                                      </p:to>
                                    </p:set>
                                    <p:animEffect filter="fade" transition="in">
                                      <p:cBhvr additive="repl">
                                        <p:cTn id="360" dur="1000"/>
                                        <p:tgtEl>
                                          <p:spTgt spid="284"/>
                                        </p:tgtEl>
                                      </p:cBhvr>
                                    </p:animEffect>
                                    <p:anim calcmode="lin" valueType="num">
                                      <p:cBhvr additive="repl">
                                        <p:cTn id="361" dur="1000" fill="hold"/>
                                        <p:tgtEl>
                                          <p:spTgt spid="284"/>
                                        </p:tgtEl>
                                        <p:attrNameLst>
                                          <p:attrName>ppt_x</p:attrName>
                                        </p:attrNameLst>
                                      </p:cBhvr>
                                      <p:tavLst>
                                        <p:tav tm="0">
                                          <p:val>
                                            <p:strVal val="#ppt_x"/>
                                          </p:val>
                                        </p:tav>
                                        <p:tav tm="100000">
                                          <p:val>
                                            <p:strVal val="#ppt_x"/>
                                          </p:val>
                                        </p:tav>
                                      </p:tavLst>
                                    </p:anim>
                                    <p:anim calcmode="lin" valueType="num">
                                      <p:cBhvr additive="repl">
                                        <p:cTn id="362" dur="1000" fill="hold"/>
                                        <p:tgtEl>
                                          <p:spTgt spid="284"/>
                                        </p:tgtEl>
                                        <p:attrNameLst>
                                          <p:attrName>ppt_y</p:attrName>
                                        </p:attrNameLst>
                                      </p:cBhvr>
                                      <p:tavLst>
                                        <p:tav tm="0">
                                          <p:val>
                                            <p:strVal val="#ppt_y+.1"/>
                                          </p:val>
                                        </p:tav>
                                        <p:tav tm="100000">
                                          <p:val>
                                            <p:strVal val="#ppt_y"/>
                                          </p:val>
                                        </p:tav>
                                      </p:tavLst>
                                    </p:anim>
                                  </p:childTnLst>
                                </p:cTn>
                              </p:par>
                            </p:childTnLst>
                          </p:cTn>
                        </p:par>
                      </p:childTnLst>
                    </p:cTn>
                  </p:par>
                  <p:par>
                    <p:cTn id="363" fill="hold">
                      <p:stCondLst>
                        <p:cond delay="indefinite"/>
                      </p:stCondLst>
                      <p:childTnLst>
                        <p:par>
                          <p:cTn id="364" fill="hold">
                            <p:stCondLst>
                              <p:cond delay="0"/>
                            </p:stCondLst>
                            <p:childTnLst>
                              <p:par>
                                <p:cTn id="365" nodeType="clickEffect" fill="hold" presetClass="entr" presetID="42">
                                  <p:stCondLst>
                                    <p:cond delay="0"/>
                                  </p:stCondLst>
                                  <p:childTnLst>
                                    <p:set>
                                      <p:cBhvr>
                                        <p:cTn id="366" dur="1" fill="hold">
                                          <p:stCondLst>
                                            <p:cond delay="0"/>
                                          </p:stCondLst>
                                        </p:cTn>
                                        <p:tgtEl>
                                          <p:spTgt spid="284">
                                            <p:txEl>
                                              <p:pRg st="0" end="0"/>
                                            </p:txEl>
                                          </p:spTgt>
                                        </p:tgtEl>
                                        <p:attrNameLst>
                                          <p:attrName>style.visibility</p:attrName>
                                        </p:attrNameLst>
                                      </p:cBhvr>
                                      <p:to>
                                        <p:strVal val="visible"/>
                                      </p:to>
                                    </p:set>
                                    <p:animEffect filter="fade" transition="in">
                                      <p:cBhvr additive="repl">
                                        <p:cTn id="367" dur="1000"/>
                                        <p:tgtEl>
                                          <p:spTgt spid="284">
                                            <p:txEl>
                                              <p:pRg st="0" end="0"/>
                                            </p:txEl>
                                          </p:spTgt>
                                        </p:tgtEl>
                                      </p:cBhvr>
                                    </p:animEffect>
                                    <p:anim calcmode="lin" valueType="num">
                                      <p:cBhvr additive="repl">
                                        <p:cTn id="368" dur="1000" fill="hold"/>
                                        <p:tgtEl>
                                          <p:spTgt spid="284">
                                            <p:txEl>
                                              <p:pRg st="0" end="0"/>
                                            </p:txEl>
                                          </p:spTgt>
                                        </p:tgtEl>
                                        <p:attrNameLst>
                                          <p:attrName>ppt_x</p:attrName>
                                        </p:attrNameLst>
                                      </p:cBhvr>
                                      <p:tavLst>
                                        <p:tav tm="0">
                                          <p:val>
                                            <p:strVal val="#ppt_x"/>
                                          </p:val>
                                        </p:tav>
                                        <p:tav tm="100000">
                                          <p:val>
                                            <p:strVal val="#ppt_x"/>
                                          </p:val>
                                        </p:tav>
                                      </p:tavLst>
                                    </p:anim>
                                    <p:anim calcmode="lin" valueType="num">
                                      <p:cBhvr additive="repl">
                                        <p:cTn id="369" dur="1000" fill="hold"/>
                                        <p:tgtEl>
                                          <p:spTgt spid="28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70" fill="hold">
                      <p:stCondLst>
                        <p:cond delay="indefinite"/>
                      </p:stCondLst>
                      <p:childTnLst>
                        <p:par>
                          <p:cTn id="371" fill="hold">
                            <p:stCondLst>
                              <p:cond delay="0"/>
                            </p:stCondLst>
                            <p:childTnLst>
                              <p:par>
                                <p:cTn id="372" nodeType="clickEffect" fill="hold" presetClass="entr" presetID="42">
                                  <p:stCondLst>
                                    <p:cond delay="0"/>
                                  </p:stCondLst>
                                  <p:childTnLst>
                                    <p:set>
                                      <p:cBhvr>
                                        <p:cTn id="373" dur="1" fill="hold">
                                          <p:stCondLst>
                                            <p:cond delay="0"/>
                                          </p:stCondLst>
                                        </p:cTn>
                                        <p:tgtEl>
                                          <p:spTgt spid="284">
                                            <p:txEl>
                                              <p:pRg st="1" end="1"/>
                                            </p:txEl>
                                          </p:spTgt>
                                        </p:tgtEl>
                                        <p:attrNameLst>
                                          <p:attrName>style.visibility</p:attrName>
                                        </p:attrNameLst>
                                      </p:cBhvr>
                                      <p:to>
                                        <p:strVal val="visible"/>
                                      </p:to>
                                    </p:set>
                                    <p:animEffect filter="fade" transition="in">
                                      <p:cBhvr additive="repl">
                                        <p:cTn id="374" dur="1000"/>
                                        <p:tgtEl>
                                          <p:spTgt spid="284">
                                            <p:txEl>
                                              <p:pRg st="1" end="1"/>
                                            </p:txEl>
                                          </p:spTgt>
                                        </p:tgtEl>
                                      </p:cBhvr>
                                    </p:animEffect>
                                    <p:anim calcmode="lin" valueType="num">
                                      <p:cBhvr additive="repl">
                                        <p:cTn id="375" dur="1000" fill="hold"/>
                                        <p:tgtEl>
                                          <p:spTgt spid="284">
                                            <p:txEl>
                                              <p:pRg st="1" end="1"/>
                                            </p:txEl>
                                          </p:spTgt>
                                        </p:tgtEl>
                                        <p:attrNameLst>
                                          <p:attrName>ppt_x</p:attrName>
                                        </p:attrNameLst>
                                      </p:cBhvr>
                                      <p:tavLst>
                                        <p:tav tm="0">
                                          <p:val>
                                            <p:strVal val="#ppt_x"/>
                                          </p:val>
                                        </p:tav>
                                        <p:tav tm="100000">
                                          <p:val>
                                            <p:strVal val="#ppt_x"/>
                                          </p:val>
                                        </p:tav>
                                      </p:tavLst>
                                    </p:anim>
                                    <p:anim calcmode="lin" valueType="num">
                                      <p:cBhvr additive="repl">
                                        <p:cTn id="376" dur="1000" fill="hold"/>
                                        <p:tgtEl>
                                          <p:spTgt spid="28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7" fill="hold">
                      <p:stCondLst>
                        <p:cond delay="indefinite"/>
                      </p:stCondLst>
                      <p:childTnLst>
                        <p:par>
                          <p:cTn id="378" fill="hold">
                            <p:stCondLst>
                              <p:cond delay="0"/>
                            </p:stCondLst>
                            <p:childTnLst>
                              <p:par>
                                <p:cTn id="379" nodeType="clickEffect" fill="hold" presetClass="entr" presetID="42">
                                  <p:stCondLst>
                                    <p:cond delay="0"/>
                                  </p:stCondLst>
                                  <p:childTnLst>
                                    <p:set>
                                      <p:cBhvr>
                                        <p:cTn id="380" dur="1" fill="hold">
                                          <p:stCondLst>
                                            <p:cond delay="0"/>
                                          </p:stCondLst>
                                        </p:cTn>
                                        <p:tgtEl>
                                          <p:spTgt spid="284">
                                            <p:txEl>
                                              <p:pRg st="2" end="2"/>
                                            </p:txEl>
                                          </p:spTgt>
                                        </p:tgtEl>
                                        <p:attrNameLst>
                                          <p:attrName>style.visibility</p:attrName>
                                        </p:attrNameLst>
                                      </p:cBhvr>
                                      <p:to>
                                        <p:strVal val="visible"/>
                                      </p:to>
                                    </p:set>
                                    <p:animEffect filter="fade" transition="in">
                                      <p:cBhvr additive="repl">
                                        <p:cTn id="381" dur="1000"/>
                                        <p:tgtEl>
                                          <p:spTgt spid="284">
                                            <p:txEl>
                                              <p:pRg st="2" end="2"/>
                                            </p:txEl>
                                          </p:spTgt>
                                        </p:tgtEl>
                                      </p:cBhvr>
                                    </p:animEffect>
                                    <p:anim calcmode="lin" valueType="num">
                                      <p:cBhvr additive="repl">
                                        <p:cTn id="382" dur="1000" fill="hold"/>
                                        <p:tgtEl>
                                          <p:spTgt spid="284">
                                            <p:txEl>
                                              <p:pRg st="2" end="2"/>
                                            </p:txEl>
                                          </p:spTgt>
                                        </p:tgtEl>
                                        <p:attrNameLst>
                                          <p:attrName>ppt_x</p:attrName>
                                        </p:attrNameLst>
                                      </p:cBhvr>
                                      <p:tavLst>
                                        <p:tav tm="0">
                                          <p:val>
                                            <p:strVal val="#ppt_x"/>
                                          </p:val>
                                        </p:tav>
                                        <p:tav tm="100000">
                                          <p:val>
                                            <p:strVal val="#ppt_x"/>
                                          </p:val>
                                        </p:tav>
                                      </p:tavLst>
                                    </p:anim>
                                    <p:anim calcmode="lin" valueType="num">
                                      <p:cBhvr additive="repl">
                                        <p:cTn id="383" dur="1000" fill="hold"/>
                                        <p:tgtEl>
                                          <p:spTgt spid="28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4" fill="hold">
                      <p:stCondLst>
                        <p:cond delay="indefinite"/>
                      </p:stCondLst>
                      <p:childTnLst>
                        <p:par>
                          <p:cTn id="385" fill="hold">
                            <p:stCondLst>
                              <p:cond delay="0"/>
                            </p:stCondLst>
                            <p:childTnLst>
                              <p:par>
                                <p:cTn id="386" nodeType="clickEffect" fill="hold" presetClass="entr" presetID="42">
                                  <p:stCondLst>
                                    <p:cond delay="0"/>
                                  </p:stCondLst>
                                  <p:childTnLst>
                                    <p:set>
                                      <p:cBhvr>
                                        <p:cTn id="387" dur="1" fill="hold">
                                          <p:stCondLst>
                                            <p:cond delay="0"/>
                                          </p:stCondLst>
                                        </p:cTn>
                                        <p:tgtEl>
                                          <p:spTgt spid="284">
                                            <p:txEl>
                                              <p:pRg st="3" end="3"/>
                                            </p:txEl>
                                          </p:spTgt>
                                        </p:tgtEl>
                                        <p:attrNameLst>
                                          <p:attrName>style.visibility</p:attrName>
                                        </p:attrNameLst>
                                      </p:cBhvr>
                                      <p:to>
                                        <p:strVal val="visible"/>
                                      </p:to>
                                    </p:set>
                                    <p:animEffect filter="fade" transition="in">
                                      <p:cBhvr additive="repl">
                                        <p:cTn id="388" dur="1000"/>
                                        <p:tgtEl>
                                          <p:spTgt spid="284">
                                            <p:txEl>
                                              <p:pRg st="3" end="3"/>
                                            </p:txEl>
                                          </p:spTgt>
                                        </p:tgtEl>
                                      </p:cBhvr>
                                    </p:animEffect>
                                    <p:anim calcmode="lin" valueType="num">
                                      <p:cBhvr additive="repl">
                                        <p:cTn id="389" dur="1000" fill="hold"/>
                                        <p:tgtEl>
                                          <p:spTgt spid="284">
                                            <p:txEl>
                                              <p:pRg st="3" end="3"/>
                                            </p:txEl>
                                          </p:spTgt>
                                        </p:tgtEl>
                                        <p:attrNameLst>
                                          <p:attrName>ppt_x</p:attrName>
                                        </p:attrNameLst>
                                      </p:cBhvr>
                                      <p:tavLst>
                                        <p:tav tm="0">
                                          <p:val>
                                            <p:strVal val="#ppt_x"/>
                                          </p:val>
                                        </p:tav>
                                        <p:tav tm="100000">
                                          <p:val>
                                            <p:strVal val="#ppt_x"/>
                                          </p:val>
                                        </p:tav>
                                      </p:tavLst>
                                    </p:anim>
                                    <p:anim calcmode="lin" valueType="num">
                                      <p:cBhvr additive="repl">
                                        <p:cTn id="390" dur="1000" fill="hold"/>
                                        <p:tgtEl>
                                          <p:spTgt spid="28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CustomShape 1"/>
          <p:cNvSpPr/>
          <p:nvPr/>
        </p:nvSpPr>
        <p:spPr>
          <a:xfrm>
            <a:off x="838080" y="365040"/>
            <a:ext cx="1051416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nSpc>
                <a:spcPct val="90000"/>
              </a:lnSpc>
            </a:pPr>
            <a:r>
              <a:rPr b="1" lang="en-IN" sz="5400" spc="-1" strike="noStrike" u="sng">
                <a:solidFill>
                  <a:srgbClr val="000000"/>
                </a:solidFill>
                <a:uFillTx/>
                <a:latin typeface="comic"/>
                <a:ea typeface="DejaVu Sans"/>
              </a:rPr>
              <a:t>GOAL</a:t>
            </a:r>
            <a:endParaRPr b="0" lang="en-IN" sz="5400" spc="-1" strike="noStrike">
              <a:latin typeface="Arial"/>
            </a:endParaRPr>
          </a:p>
        </p:txBody>
      </p:sp>
      <p:sp>
        <p:nvSpPr>
          <p:cNvPr id="286" name="CustomShape 2"/>
          <p:cNvSpPr/>
          <p:nvPr/>
        </p:nvSpPr>
        <p:spPr>
          <a:xfrm>
            <a:off x="838080" y="1825560"/>
            <a:ext cx="105141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identify weakly tested pieces of code (those for which mutants are not killed)</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identify weak tests (those that never kill mutants)</a:t>
            </a:r>
            <a:endParaRPr b="0" lang="en-IN" sz="2800" spc="-1" strike="noStrike">
              <a:latin typeface="Arial"/>
            </a:endParaRPr>
          </a:p>
          <a:p>
            <a:pPr marL="228600" indent="-227160">
              <a:lnSpc>
                <a:spcPct val="90000"/>
              </a:lnSpc>
              <a:spcBef>
                <a:spcPts val="1001"/>
              </a:spcBef>
              <a:buClr>
                <a:srgbClr val="000000"/>
              </a:buClr>
              <a:buFont typeface="Arial"/>
              <a:buChar char="•"/>
            </a:pPr>
            <a:r>
              <a:rPr b="0" lang="en-IN" sz="2800" spc="-1" strike="noStrike">
                <a:solidFill>
                  <a:srgbClr val="000000"/>
                </a:solidFill>
                <a:latin typeface="Palatino Linotype"/>
                <a:ea typeface="DejaVu Sans"/>
              </a:rPr>
              <a:t>compute the mutation score</a:t>
            </a:r>
            <a:endParaRPr b="0" lang="en-IN"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learn about error propagation and state infection in the program</a:t>
            </a:r>
            <a:endParaRPr b="0" lang="en-IN" sz="2800" spc="-1" strike="noStrike">
              <a:latin typeface="Arial"/>
            </a:endParaRPr>
          </a:p>
          <a:p>
            <a:pPr>
              <a:lnSpc>
                <a:spcPct val="90000"/>
              </a:lnSpc>
              <a:spcBef>
                <a:spcPts val="1001"/>
              </a:spcBef>
            </a:pPr>
            <a:endParaRPr b="0" lang="en-IN" sz="2800" spc="-1" strike="noStrike">
              <a:latin typeface="Arial"/>
            </a:endParaRPr>
          </a:p>
        </p:txBody>
      </p:sp>
    </p:spTree>
  </p:cSld>
  <mc:AlternateContent>
    <mc:Choice Requires="p14">
      <p:transition spd="slow" p14:dur="2000"/>
    </mc:Choice>
    <mc:Fallback>
      <p:transition spd="slow"/>
    </mc:Fallback>
  </mc:AlternateContent>
  <p:timing>
    <p:tnLst>
      <p:par>
        <p:cTn id="391" dur="indefinite" restart="never" nodeType="tmRoot">
          <p:childTnLst>
            <p:seq>
              <p:cTn id="392" dur="indefinite" nodeType="mainSeq">
                <p:childTnLst>
                  <p:par>
                    <p:cTn id="393" fill="hold">
                      <p:stCondLst>
                        <p:cond delay="indefinite"/>
                      </p:stCondLst>
                      <p:childTnLst>
                        <p:par>
                          <p:cTn id="394" fill="hold">
                            <p:stCondLst>
                              <p:cond delay="0"/>
                            </p:stCondLst>
                            <p:childTnLst>
                              <p:par>
                                <p:cTn id="395" nodeType="clickEffect" fill="hold" presetClass="entr" presetID="42">
                                  <p:stCondLst>
                                    <p:cond delay="0"/>
                                  </p:stCondLst>
                                  <p:childTnLst>
                                    <p:set>
                                      <p:cBhvr>
                                        <p:cTn id="396" dur="1" fill="hold">
                                          <p:stCondLst>
                                            <p:cond delay="0"/>
                                          </p:stCondLst>
                                        </p:cTn>
                                        <p:tgtEl>
                                          <p:spTgt spid="286"/>
                                        </p:tgtEl>
                                        <p:attrNameLst>
                                          <p:attrName>style.visibility</p:attrName>
                                        </p:attrNameLst>
                                      </p:cBhvr>
                                      <p:to>
                                        <p:strVal val="visible"/>
                                      </p:to>
                                    </p:set>
                                    <p:animEffect filter="fade" transition="in">
                                      <p:cBhvr additive="repl">
                                        <p:cTn id="397" dur="1000"/>
                                        <p:tgtEl>
                                          <p:spTgt spid="286"/>
                                        </p:tgtEl>
                                      </p:cBhvr>
                                    </p:animEffect>
                                    <p:anim calcmode="lin" valueType="num">
                                      <p:cBhvr additive="repl">
                                        <p:cTn id="398" dur="1000" fill="hold"/>
                                        <p:tgtEl>
                                          <p:spTgt spid="286"/>
                                        </p:tgtEl>
                                        <p:attrNameLst>
                                          <p:attrName>ppt_x</p:attrName>
                                        </p:attrNameLst>
                                      </p:cBhvr>
                                      <p:tavLst>
                                        <p:tav tm="0">
                                          <p:val>
                                            <p:strVal val="#ppt_x"/>
                                          </p:val>
                                        </p:tav>
                                        <p:tav tm="100000">
                                          <p:val>
                                            <p:strVal val="#ppt_x"/>
                                          </p:val>
                                        </p:tav>
                                      </p:tavLst>
                                    </p:anim>
                                    <p:anim calcmode="lin" valueType="num">
                                      <p:cBhvr additive="repl">
                                        <p:cTn id="399" dur="1000" fill="hold"/>
                                        <p:tgtEl>
                                          <p:spTgt spid="286"/>
                                        </p:tgtEl>
                                        <p:attrNameLst>
                                          <p:attrName>ppt_y</p:attrName>
                                        </p:attrNameLst>
                                      </p:cBhvr>
                                      <p:tavLst>
                                        <p:tav tm="0">
                                          <p:val>
                                            <p:strVal val="#ppt_y+.1"/>
                                          </p:val>
                                        </p:tav>
                                        <p:tav tm="100000">
                                          <p:val>
                                            <p:strVal val="#ppt_y"/>
                                          </p:val>
                                        </p:tav>
                                      </p:tavLst>
                                    </p:anim>
                                  </p:childTnLst>
                                </p:cTn>
                              </p:par>
                            </p:childTnLst>
                          </p:cTn>
                        </p:par>
                      </p:childTnLst>
                    </p:cTn>
                  </p:par>
                  <p:par>
                    <p:cTn id="400" fill="hold">
                      <p:stCondLst>
                        <p:cond delay="indefinite"/>
                      </p:stCondLst>
                      <p:childTnLst>
                        <p:par>
                          <p:cTn id="401" fill="hold">
                            <p:stCondLst>
                              <p:cond delay="0"/>
                            </p:stCondLst>
                            <p:childTnLst>
                              <p:par>
                                <p:cTn id="402" nodeType="clickEffect" fill="hold" presetClass="entr" presetID="42">
                                  <p:stCondLst>
                                    <p:cond delay="0"/>
                                  </p:stCondLst>
                                  <p:childTnLst>
                                    <p:set>
                                      <p:cBhvr>
                                        <p:cTn id="403" dur="1" fill="hold">
                                          <p:stCondLst>
                                            <p:cond delay="0"/>
                                          </p:stCondLst>
                                        </p:cTn>
                                        <p:tgtEl>
                                          <p:spTgt spid="286">
                                            <p:txEl>
                                              <p:pRg st="0" end="0"/>
                                            </p:txEl>
                                          </p:spTgt>
                                        </p:tgtEl>
                                        <p:attrNameLst>
                                          <p:attrName>style.visibility</p:attrName>
                                        </p:attrNameLst>
                                      </p:cBhvr>
                                      <p:to>
                                        <p:strVal val="visible"/>
                                      </p:to>
                                    </p:set>
                                    <p:animEffect filter="fade" transition="in">
                                      <p:cBhvr additive="repl">
                                        <p:cTn id="404" dur="1000"/>
                                        <p:tgtEl>
                                          <p:spTgt spid="286">
                                            <p:txEl>
                                              <p:pRg st="0" end="0"/>
                                            </p:txEl>
                                          </p:spTgt>
                                        </p:tgtEl>
                                      </p:cBhvr>
                                    </p:animEffect>
                                    <p:anim calcmode="lin" valueType="num">
                                      <p:cBhvr additive="repl">
                                        <p:cTn id="405" dur="1000" fill="hold"/>
                                        <p:tgtEl>
                                          <p:spTgt spid="286">
                                            <p:txEl>
                                              <p:pRg st="0" end="0"/>
                                            </p:txEl>
                                          </p:spTgt>
                                        </p:tgtEl>
                                        <p:attrNameLst>
                                          <p:attrName>ppt_x</p:attrName>
                                        </p:attrNameLst>
                                      </p:cBhvr>
                                      <p:tavLst>
                                        <p:tav tm="0">
                                          <p:val>
                                            <p:strVal val="#ppt_x"/>
                                          </p:val>
                                        </p:tav>
                                        <p:tav tm="100000">
                                          <p:val>
                                            <p:strVal val="#ppt_x"/>
                                          </p:val>
                                        </p:tav>
                                      </p:tavLst>
                                    </p:anim>
                                    <p:anim calcmode="lin" valueType="num">
                                      <p:cBhvr additive="repl">
                                        <p:cTn id="406" dur="1000" fill="hold"/>
                                        <p:tgtEl>
                                          <p:spTgt spid="28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42">
                                  <p:stCondLst>
                                    <p:cond delay="0"/>
                                  </p:stCondLst>
                                  <p:childTnLst>
                                    <p:set>
                                      <p:cBhvr>
                                        <p:cTn id="410" dur="1" fill="hold">
                                          <p:stCondLst>
                                            <p:cond delay="0"/>
                                          </p:stCondLst>
                                        </p:cTn>
                                        <p:tgtEl>
                                          <p:spTgt spid="286">
                                            <p:txEl>
                                              <p:pRg st="1" end="1"/>
                                            </p:txEl>
                                          </p:spTgt>
                                        </p:tgtEl>
                                        <p:attrNameLst>
                                          <p:attrName>style.visibility</p:attrName>
                                        </p:attrNameLst>
                                      </p:cBhvr>
                                      <p:to>
                                        <p:strVal val="visible"/>
                                      </p:to>
                                    </p:set>
                                    <p:animEffect filter="fade" transition="in">
                                      <p:cBhvr additive="repl">
                                        <p:cTn id="411" dur="1000"/>
                                        <p:tgtEl>
                                          <p:spTgt spid="286">
                                            <p:txEl>
                                              <p:pRg st="1" end="1"/>
                                            </p:txEl>
                                          </p:spTgt>
                                        </p:tgtEl>
                                      </p:cBhvr>
                                    </p:animEffect>
                                    <p:anim calcmode="lin" valueType="num">
                                      <p:cBhvr additive="repl">
                                        <p:cTn id="412" dur="1000" fill="hold"/>
                                        <p:tgtEl>
                                          <p:spTgt spid="286">
                                            <p:txEl>
                                              <p:pRg st="1" end="1"/>
                                            </p:txEl>
                                          </p:spTgt>
                                        </p:tgtEl>
                                        <p:attrNameLst>
                                          <p:attrName>ppt_x</p:attrName>
                                        </p:attrNameLst>
                                      </p:cBhvr>
                                      <p:tavLst>
                                        <p:tav tm="0">
                                          <p:val>
                                            <p:strVal val="#ppt_x"/>
                                          </p:val>
                                        </p:tav>
                                        <p:tav tm="100000">
                                          <p:val>
                                            <p:strVal val="#ppt_x"/>
                                          </p:val>
                                        </p:tav>
                                      </p:tavLst>
                                    </p:anim>
                                    <p:anim calcmode="lin" valueType="num">
                                      <p:cBhvr additive="repl">
                                        <p:cTn id="413" dur="1000" fill="hold"/>
                                        <p:tgtEl>
                                          <p:spTgt spid="28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14" fill="hold">
                      <p:stCondLst>
                        <p:cond delay="indefinite"/>
                      </p:stCondLst>
                      <p:childTnLst>
                        <p:par>
                          <p:cTn id="415" fill="hold">
                            <p:stCondLst>
                              <p:cond delay="0"/>
                            </p:stCondLst>
                            <p:childTnLst>
                              <p:par>
                                <p:cTn id="416" nodeType="clickEffect" fill="hold" presetClass="entr" presetID="42">
                                  <p:stCondLst>
                                    <p:cond delay="0"/>
                                  </p:stCondLst>
                                  <p:childTnLst>
                                    <p:set>
                                      <p:cBhvr>
                                        <p:cTn id="417" dur="1" fill="hold">
                                          <p:stCondLst>
                                            <p:cond delay="0"/>
                                          </p:stCondLst>
                                        </p:cTn>
                                        <p:tgtEl>
                                          <p:spTgt spid="286">
                                            <p:txEl>
                                              <p:pRg st="2" end="2"/>
                                            </p:txEl>
                                          </p:spTgt>
                                        </p:tgtEl>
                                        <p:attrNameLst>
                                          <p:attrName>style.visibility</p:attrName>
                                        </p:attrNameLst>
                                      </p:cBhvr>
                                      <p:to>
                                        <p:strVal val="visible"/>
                                      </p:to>
                                    </p:set>
                                    <p:animEffect filter="fade" transition="in">
                                      <p:cBhvr additive="repl">
                                        <p:cTn id="418" dur="1000"/>
                                        <p:tgtEl>
                                          <p:spTgt spid="286">
                                            <p:txEl>
                                              <p:pRg st="2" end="2"/>
                                            </p:txEl>
                                          </p:spTgt>
                                        </p:tgtEl>
                                      </p:cBhvr>
                                    </p:animEffect>
                                    <p:anim calcmode="lin" valueType="num">
                                      <p:cBhvr additive="repl">
                                        <p:cTn id="419" dur="1000" fill="hold"/>
                                        <p:tgtEl>
                                          <p:spTgt spid="286">
                                            <p:txEl>
                                              <p:pRg st="2" end="2"/>
                                            </p:txEl>
                                          </p:spTgt>
                                        </p:tgtEl>
                                        <p:attrNameLst>
                                          <p:attrName>ppt_x</p:attrName>
                                        </p:attrNameLst>
                                      </p:cBhvr>
                                      <p:tavLst>
                                        <p:tav tm="0">
                                          <p:val>
                                            <p:strVal val="#ppt_x"/>
                                          </p:val>
                                        </p:tav>
                                        <p:tav tm="100000">
                                          <p:val>
                                            <p:strVal val="#ppt_x"/>
                                          </p:val>
                                        </p:tav>
                                      </p:tavLst>
                                    </p:anim>
                                    <p:anim calcmode="lin" valueType="num">
                                      <p:cBhvr additive="repl">
                                        <p:cTn id="420" dur="1000" fill="hold"/>
                                        <p:tgtEl>
                                          <p:spTgt spid="28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21" fill="hold">
                      <p:stCondLst>
                        <p:cond delay="indefinite"/>
                      </p:stCondLst>
                      <p:childTnLst>
                        <p:par>
                          <p:cTn id="422" fill="hold">
                            <p:stCondLst>
                              <p:cond delay="0"/>
                            </p:stCondLst>
                            <p:childTnLst>
                              <p:par>
                                <p:cTn id="423" nodeType="clickEffect" fill="hold" presetClass="entr" presetID="42">
                                  <p:stCondLst>
                                    <p:cond delay="0"/>
                                  </p:stCondLst>
                                  <p:childTnLst>
                                    <p:set>
                                      <p:cBhvr>
                                        <p:cTn id="424" dur="1" fill="hold">
                                          <p:stCondLst>
                                            <p:cond delay="0"/>
                                          </p:stCondLst>
                                        </p:cTn>
                                        <p:tgtEl>
                                          <p:spTgt spid="286">
                                            <p:txEl>
                                              <p:pRg st="3" end="3"/>
                                            </p:txEl>
                                          </p:spTgt>
                                        </p:tgtEl>
                                        <p:attrNameLst>
                                          <p:attrName>style.visibility</p:attrName>
                                        </p:attrNameLst>
                                      </p:cBhvr>
                                      <p:to>
                                        <p:strVal val="visible"/>
                                      </p:to>
                                    </p:set>
                                    <p:animEffect filter="fade" transition="in">
                                      <p:cBhvr additive="repl">
                                        <p:cTn id="425" dur="1000"/>
                                        <p:tgtEl>
                                          <p:spTgt spid="286">
                                            <p:txEl>
                                              <p:pRg st="3" end="3"/>
                                            </p:txEl>
                                          </p:spTgt>
                                        </p:tgtEl>
                                      </p:cBhvr>
                                    </p:animEffect>
                                    <p:anim calcmode="lin" valueType="num">
                                      <p:cBhvr additive="repl">
                                        <p:cTn id="426" dur="1000" fill="hold"/>
                                        <p:tgtEl>
                                          <p:spTgt spid="286">
                                            <p:txEl>
                                              <p:pRg st="3" end="3"/>
                                            </p:txEl>
                                          </p:spTgt>
                                        </p:tgtEl>
                                        <p:attrNameLst>
                                          <p:attrName>ppt_x</p:attrName>
                                        </p:attrNameLst>
                                      </p:cBhvr>
                                      <p:tavLst>
                                        <p:tav tm="0">
                                          <p:val>
                                            <p:strVal val="#ppt_x"/>
                                          </p:val>
                                        </p:tav>
                                        <p:tav tm="100000">
                                          <p:val>
                                            <p:strVal val="#ppt_x"/>
                                          </p:val>
                                        </p:tav>
                                      </p:tavLst>
                                    </p:anim>
                                    <p:anim calcmode="lin" valueType="num">
                                      <p:cBhvr additive="repl">
                                        <p:cTn id="427" dur="1000" fill="hold"/>
                                        <p:tgtEl>
                                          <p:spTgt spid="28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CustomShape 1"/>
          <p:cNvSpPr/>
          <p:nvPr/>
        </p:nvSpPr>
        <p:spPr>
          <a:xfrm>
            <a:off x="838080" y="365040"/>
            <a:ext cx="12697200" cy="1324080"/>
          </a:xfrm>
          <a:prstGeom prst="rect">
            <a:avLst/>
          </a:prstGeom>
          <a:solidFill>
            <a:srgbClr val="ffffff"/>
          </a:solidFill>
          <a:ln>
            <a:noFill/>
          </a:ln>
        </p:spPr>
        <p:style>
          <a:lnRef idx="0"/>
          <a:fillRef idx="0"/>
          <a:effectRef idx="0"/>
          <a:fontRef idx="minor"/>
        </p:style>
        <p:txBody>
          <a:bodyPr lIns="90000" rIns="90000" tIns="45000" bIns="45000" anchor="ctr">
            <a:noAutofit/>
          </a:bodyPr>
          <a:p>
            <a:pPr>
              <a:lnSpc>
                <a:spcPct val="90000"/>
              </a:lnSpc>
            </a:pPr>
            <a:r>
              <a:rPr b="1" lang="en-IN" sz="4400" spc="-1" strike="noStrike" u="sng">
                <a:solidFill>
                  <a:srgbClr val="000000"/>
                </a:solidFill>
                <a:uFillTx/>
                <a:latin typeface="comic"/>
                <a:ea typeface="DejaVu Sans"/>
              </a:rPr>
              <a:t>PIT – Java lib for mutation testing</a:t>
            </a:r>
            <a:endParaRPr b="0" lang="en-IN" sz="4400" spc="-1" strike="noStrike">
              <a:latin typeface="Arial"/>
            </a:endParaRPr>
          </a:p>
        </p:txBody>
      </p:sp>
      <p:sp>
        <p:nvSpPr>
          <p:cNvPr id="288" name="CustomShape 2"/>
          <p:cNvSpPr/>
          <p:nvPr/>
        </p:nvSpPr>
        <p:spPr>
          <a:xfrm>
            <a:off x="838080" y="1825560"/>
            <a:ext cx="6597360" cy="4349880"/>
          </a:xfrm>
          <a:prstGeom prst="rect">
            <a:avLst/>
          </a:prstGeom>
          <a:solidFill>
            <a:srgbClr val="ffffff"/>
          </a:solid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PIT is </a:t>
            </a:r>
            <a:endParaRPr b="0" lang="en-IN" sz="2800" spc="-1" strike="noStrike">
              <a:latin typeface="Arial"/>
            </a:endParaRPr>
          </a:p>
          <a:p>
            <a:pPr lvl="1" marL="685800" indent="-227160">
              <a:lnSpc>
                <a:spcPct val="90000"/>
              </a:lnSpc>
              <a:spcBef>
                <a:spcPts val="499"/>
              </a:spcBef>
              <a:buClr>
                <a:srgbClr val="ff0000"/>
              </a:buClr>
              <a:buFont typeface="Arial"/>
              <a:buChar char="•"/>
            </a:pPr>
            <a:r>
              <a:rPr b="1" lang="en-US" sz="2400" spc="-1" strike="noStrike">
                <a:solidFill>
                  <a:srgbClr val="ff0000"/>
                </a:solidFill>
                <a:latin typeface="Palatino Linotype"/>
                <a:ea typeface="DejaVu Sans"/>
              </a:rPr>
              <a:t>Fast</a:t>
            </a:r>
            <a:r>
              <a:rPr b="0" lang="en-US" sz="2400" spc="-1" strike="noStrike">
                <a:solidFill>
                  <a:srgbClr val="000000"/>
                </a:solidFill>
                <a:latin typeface="Palatino Linotype"/>
                <a:ea typeface="DejaVu Sans"/>
              </a:rPr>
              <a:t> - can analyse in minutes what would take earlier systems days</a:t>
            </a:r>
            <a:endParaRPr b="0" lang="en-IN" sz="2400" spc="-1" strike="noStrike">
              <a:latin typeface="Arial"/>
            </a:endParaRPr>
          </a:p>
          <a:p>
            <a:pPr lvl="1" marL="685800" indent="-227160">
              <a:lnSpc>
                <a:spcPct val="90000"/>
              </a:lnSpc>
              <a:spcBef>
                <a:spcPts val="499"/>
              </a:spcBef>
              <a:buClr>
                <a:srgbClr val="ff0000"/>
              </a:buClr>
              <a:buFont typeface="Arial"/>
              <a:buChar char="•"/>
            </a:pPr>
            <a:r>
              <a:rPr b="1" lang="en-US" sz="2400" spc="-1" strike="noStrike">
                <a:solidFill>
                  <a:srgbClr val="ff0000"/>
                </a:solidFill>
                <a:latin typeface="Palatino Linotype"/>
                <a:ea typeface="DejaVu Sans"/>
              </a:rPr>
              <a:t>Easy to use</a:t>
            </a:r>
            <a:r>
              <a:rPr b="0" lang="en-US" sz="2400" spc="-1" strike="noStrike">
                <a:solidFill>
                  <a:srgbClr val="ff0000"/>
                </a:solidFill>
                <a:latin typeface="Palatino Linotype"/>
                <a:ea typeface="DejaVu Sans"/>
              </a:rPr>
              <a:t> </a:t>
            </a:r>
            <a:r>
              <a:rPr b="0" lang="en-US" sz="2400" spc="-1" strike="noStrike">
                <a:solidFill>
                  <a:srgbClr val="000000"/>
                </a:solidFill>
                <a:latin typeface="Palatino Linotype"/>
                <a:ea typeface="DejaVu Sans"/>
              </a:rPr>
              <a:t>- works with ant, maven, gradle and others</a:t>
            </a:r>
            <a:endParaRPr b="0" lang="en-IN" sz="2400" spc="-1" strike="noStrike">
              <a:latin typeface="Arial"/>
            </a:endParaRPr>
          </a:p>
          <a:p>
            <a:pPr lvl="1" marL="685800" indent="-227160">
              <a:lnSpc>
                <a:spcPct val="90000"/>
              </a:lnSpc>
              <a:spcBef>
                <a:spcPts val="499"/>
              </a:spcBef>
              <a:buClr>
                <a:srgbClr val="ff0000"/>
              </a:buClr>
              <a:buFont typeface="Arial"/>
              <a:buChar char="•"/>
            </a:pPr>
            <a:r>
              <a:rPr b="1" lang="en-US" sz="2400" spc="-1" strike="noStrike">
                <a:solidFill>
                  <a:srgbClr val="ff0000"/>
                </a:solidFill>
                <a:latin typeface="Palatino Linotype"/>
                <a:ea typeface="DejaVu Sans"/>
              </a:rPr>
              <a:t>Actively developed</a:t>
            </a:r>
            <a:endParaRPr b="0" lang="en-IN" sz="2400" spc="-1" strike="noStrike">
              <a:latin typeface="Arial"/>
            </a:endParaRPr>
          </a:p>
          <a:p>
            <a:pPr lvl="1" marL="685800" indent="-227160">
              <a:lnSpc>
                <a:spcPct val="90000"/>
              </a:lnSpc>
              <a:spcBef>
                <a:spcPts val="499"/>
              </a:spcBef>
              <a:buClr>
                <a:srgbClr val="ff0000"/>
              </a:buClr>
              <a:buFont typeface="Arial"/>
              <a:buChar char="•"/>
            </a:pPr>
            <a:r>
              <a:rPr b="1" lang="en-US" sz="2400" spc="-1" strike="noStrike">
                <a:solidFill>
                  <a:srgbClr val="ff0000"/>
                </a:solidFill>
                <a:latin typeface="Palatino Linotype"/>
                <a:ea typeface="DejaVu Sans"/>
              </a:rPr>
              <a:t>Actively supported</a:t>
            </a:r>
            <a:endParaRPr b="0" lang="en-IN" sz="24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Palatino Linotype"/>
                <a:ea typeface="DejaVu Sans"/>
              </a:rPr>
              <a:t>The reports produced by PIT are in an easy to read format combining line coverage and mutation coverage information.</a:t>
            </a:r>
            <a:endParaRPr b="0" lang="en-IN" sz="2800" spc="-1" strike="noStrike">
              <a:latin typeface="Arial"/>
            </a:endParaRPr>
          </a:p>
        </p:txBody>
      </p:sp>
      <p:pic>
        <p:nvPicPr>
          <p:cNvPr id="289" name="Picture 2" descr=""/>
          <p:cNvPicPr/>
          <p:nvPr/>
        </p:nvPicPr>
        <p:blipFill>
          <a:blip r:embed="rId1">
            <a:alphaModFix amt="50000"/>
          </a:blip>
          <a:stretch/>
        </p:blipFill>
        <p:spPr>
          <a:xfrm>
            <a:off x="6984000" y="2232000"/>
            <a:ext cx="5083560" cy="3625200"/>
          </a:xfrm>
          <a:prstGeom prst="rect">
            <a:avLst/>
          </a:prstGeom>
          <a:ln>
            <a:noFill/>
          </a:ln>
        </p:spPr>
      </p:pic>
    </p:spTree>
  </p:cSld>
  <mc:AlternateContent>
    <mc:Choice Requires="p14">
      <p:transition spd="slow" p14:dur="2000"/>
    </mc:Choice>
    <mc:Fallback>
      <p:transition spd="slow"/>
    </mc:Fallback>
  </mc:AlternateContent>
  <p:timing>
    <p:tnLst>
      <p:par>
        <p:cTn id="428" dur="indefinite" restart="never" nodeType="tmRoot">
          <p:childTnLst>
            <p:seq>
              <p:cTn id="429" dur="indefinite" nodeType="mainSeq">
                <p:childTnLst>
                  <p:par>
                    <p:cTn id="430" fill="hold">
                      <p:stCondLst>
                        <p:cond delay="indefinite"/>
                      </p:stCondLst>
                      <p:childTnLst>
                        <p:par>
                          <p:cTn id="431" fill="hold">
                            <p:stCondLst>
                              <p:cond delay="0"/>
                            </p:stCondLst>
                            <p:childTnLst>
                              <p:par>
                                <p:cTn id="432" nodeType="clickEffect" fill="hold" presetClass="entr" presetID="42">
                                  <p:stCondLst>
                                    <p:cond delay="0"/>
                                  </p:stCondLst>
                                  <p:childTnLst>
                                    <p:set>
                                      <p:cBhvr>
                                        <p:cTn id="433" dur="1" fill="hold">
                                          <p:stCondLst>
                                            <p:cond delay="0"/>
                                          </p:stCondLst>
                                        </p:cTn>
                                        <p:tgtEl>
                                          <p:spTgt spid="288"/>
                                        </p:tgtEl>
                                        <p:attrNameLst>
                                          <p:attrName>style.visibility</p:attrName>
                                        </p:attrNameLst>
                                      </p:cBhvr>
                                      <p:to>
                                        <p:strVal val="visible"/>
                                      </p:to>
                                    </p:set>
                                    <p:animEffect filter="fade" transition="in">
                                      <p:cBhvr additive="repl">
                                        <p:cTn id="434" dur="1000"/>
                                        <p:tgtEl>
                                          <p:spTgt spid="288"/>
                                        </p:tgtEl>
                                      </p:cBhvr>
                                    </p:animEffect>
                                    <p:anim calcmode="lin" valueType="num">
                                      <p:cBhvr additive="repl">
                                        <p:cTn id="435" dur="1000" fill="hold"/>
                                        <p:tgtEl>
                                          <p:spTgt spid="288"/>
                                        </p:tgtEl>
                                        <p:attrNameLst>
                                          <p:attrName>ppt_x</p:attrName>
                                        </p:attrNameLst>
                                      </p:cBhvr>
                                      <p:tavLst>
                                        <p:tav tm="0">
                                          <p:val>
                                            <p:strVal val="#ppt_x"/>
                                          </p:val>
                                        </p:tav>
                                        <p:tav tm="100000">
                                          <p:val>
                                            <p:strVal val="#ppt_x"/>
                                          </p:val>
                                        </p:tav>
                                      </p:tavLst>
                                    </p:anim>
                                    <p:anim calcmode="lin" valueType="num">
                                      <p:cBhvr additive="repl">
                                        <p:cTn id="436" dur="1000" fill="hold"/>
                                        <p:tgtEl>
                                          <p:spTgt spid="288"/>
                                        </p:tgtEl>
                                        <p:attrNameLst>
                                          <p:attrName>ppt_y</p:attrName>
                                        </p:attrNameLst>
                                      </p:cBhvr>
                                      <p:tavLst>
                                        <p:tav tm="0">
                                          <p:val>
                                            <p:strVal val="#ppt_y+.1"/>
                                          </p:val>
                                        </p:tav>
                                        <p:tav tm="100000">
                                          <p:val>
                                            <p:strVal val="#ppt_y"/>
                                          </p:val>
                                        </p:tav>
                                      </p:tavLst>
                                    </p:anim>
                                  </p:childTnLst>
                                </p:cTn>
                              </p:par>
                            </p:childTnLst>
                          </p:cTn>
                        </p:par>
                      </p:childTnLst>
                    </p:cTn>
                  </p:par>
                  <p:par>
                    <p:cTn id="437" fill="hold">
                      <p:stCondLst>
                        <p:cond delay="indefinite"/>
                      </p:stCondLst>
                      <p:childTnLst>
                        <p:par>
                          <p:cTn id="438" fill="hold">
                            <p:stCondLst>
                              <p:cond delay="0"/>
                            </p:stCondLst>
                            <p:childTnLst>
                              <p:par>
                                <p:cTn id="439" nodeType="clickEffect" fill="hold" presetClass="entr" presetID="42">
                                  <p:stCondLst>
                                    <p:cond delay="0"/>
                                  </p:stCondLst>
                                  <p:childTnLst>
                                    <p:set>
                                      <p:cBhvr>
                                        <p:cTn id="440" dur="1" fill="hold">
                                          <p:stCondLst>
                                            <p:cond delay="0"/>
                                          </p:stCondLst>
                                        </p:cTn>
                                        <p:tgtEl>
                                          <p:spTgt spid="288">
                                            <p:txEl>
                                              <p:pRg st="0" end="0"/>
                                            </p:txEl>
                                          </p:spTgt>
                                        </p:tgtEl>
                                        <p:attrNameLst>
                                          <p:attrName>style.visibility</p:attrName>
                                        </p:attrNameLst>
                                      </p:cBhvr>
                                      <p:to>
                                        <p:strVal val="visible"/>
                                      </p:to>
                                    </p:set>
                                    <p:animEffect filter="fade" transition="in">
                                      <p:cBhvr additive="repl">
                                        <p:cTn id="441" dur="1000"/>
                                        <p:tgtEl>
                                          <p:spTgt spid="288">
                                            <p:txEl>
                                              <p:pRg st="0" end="0"/>
                                            </p:txEl>
                                          </p:spTgt>
                                        </p:tgtEl>
                                      </p:cBhvr>
                                    </p:animEffect>
                                    <p:anim calcmode="lin" valueType="num">
                                      <p:cBhvr additive="repl">
                                        <p:cTn id="442" dur="1000" fill="hold"/>
                                        <p:tgtEl>
                                          <p:spTgt spid="288">
                                            <p:txEl>
                                              <p:pRg st="0" end="0"/>
                                            </p:txEl>
                                          </p:spTgt>
                                        </p:tgtEl>
                                        <p:attrNameLst>
                                          <p:attrName>ppt_x</p:attrName>
                                        </p:attrNameLst>
                                      </p:cBhvr>
                                      <p:tavLst>
                                        <p:tav tm="0">
                                          <p:val>
                                            <p:strVal val="#ppt_x"/>
                                          </p:val>
                                        </p:tav>
                                        <p:tav tm="100000">
                                          <p:val>
                                            <p:strVal val="#ppt_x"/>
                                          </p:val>
                                        </p:tav>
                                      </p:tavLst>
                                    </p:anim>
                                    <p:anim calcmode="lin" valueType="num">
                                      <p:cBhvr additive="repl">
                                        <p:cTn id="443" dur="1000" fill="hold"/>
                                        <p:tgtEl>
                                          <p:spTgt spid="288">
                                            <p:txEl>
                                              <p:pRg st="0" end="0"/>
                                            </p:txEl>
                                          </p:spTgt>
                                        </p:tgtEl>
                                        <p:attrNameLst>
                                          <p:attrName>ppt_y</p:attrName>
                                        </p:attrNameLst>
                                      </p:cBhvr>
                                      <p:tavLst>
                                        <p:tav tm="0">
                                          <p:val>
                                            <p:strVal val="#ppt_y+.1"/>
                                          </p:val>
                                        </p:tav>
                                        <p:tav tm="100000">
                                          <p:val>
                                            <p:strVal val="#ppt_y"/>
                                          </p:val>
                                        </p:tav>
                                      </p:tavLst>
                                    </p:anim>
                                  </p:childTnLst>
                                </p:cTn>
                              </p:par>
                              <p:par>
                                <p:cTn id="444" nodeType="withEffect" fill="hold" presetClass="entr" presetID="42">
                                  <p:stCondLst>
                                    <p:cond delay="0"/>
                                  </p:stCondLst>
                                  <p:childTnLst>
                                    <p:set>
                                      <p:cBhvr>
                                        <p:cTn id="445" dur="1" fill="hold">
                                          <p:stCondLst>
                                            <p:cond delay="0"/>
                                          </p:stCondLst>
                                        </p:cTn>
                                        <p:tgtEl>
                                          <p:spTgt spid="288">
                                            <p:txEl>
                                              <p:pRg st="1" end="1"/>
                                            </p:txEl>
                                          </p:spTgt>
                                        </p:tgtEl>
                                        <p:attrNameLst>
                                          <p:attrName>style.visibility</p:attrName>
                                        </p:attrNameLst>
                                      </p:cBhvr>
                                      <p:to>
                                        <p:strVal val="visible"/>
                                      </p:to>
                                    </p:set>
                                    <p:animEffect filter="fade" transition="in">
                                      <p:cBhvr additive="repl">
                                        <p:cTn id="446" dur="1000"/>
                                        <p:tgtEl>
                                          <p:spTgt spid="288">
                                            <p:txEl>
                                              <p:pRg st="1" end="1"/>
                                            </p:txEl>
                                          </p:spTgt>
                                        </p:tgtEl>
                                      </p:cBhvr>
                                    </p:animEffect>
                                    <p:anim calcmode="lin" valueType="num">
                                      <p:cBhvr additive="repl">
                                        <p:cTn id="447" dur="1000" fill="hold"/>
                                        <p:tgtEl>
                                          <p:spTgt spid="288">
                                            <p:txEl>
                                              <p:pRg st="1" end="1"/>
                                            </p:txEl>
                                          </p:spTgt>
                                        </p:tgtEl>
                                        <p:attrNameLst>
                                          <p:attrName>ppt_x</p:attrName>
                                        </p:attrNameLst>
                                      </p:cBhvr>
                                      <p:tavLst>
                                        <p:tav tm="0">
                                          <p:val>
                                            <p:strVal val="#ppt_x"/>
                                          </p:val>
                                        </p:tav>
                                        <p:tav tm="100000">
                                          <p:val>
                                            <p:strVal val="#ppt_x"/>
                                          </p:val>
                                        </p:tav>
                                      </p:tavLst>
                                    </p:anim>
                                    <p:anim calcmode="lin" valueType="num">
                                      <p:cBhvr additive="repl">
                                        <p:cTn id="448" dur="1000" fill="hold"/>
                                        <p:tgtEl>
                                          <p:spTgt spid="288">
                                            <p:txEl>
                                              <p:pRg st="1" end="1"/>
                                            </p:txEl>
                                          </p:spTgt>
                                        </p:tgtEl>
                                        <p:attrNameLst>
                                          <p:attrName>ppt_y</p:attrName>
                                        </p:attrNameLst>
                                      </p:cBhvr>
                                      <p:tavLst>
                                        <p:tav tm="0">
                                          <p:val>
                                            <p:strVal val="#ppt_y+.1"/>
                                          </p:val>
                                        </p:tav>
                                        <p:tav tm="100000">
                                          <p:val>
                                            <p:strVal val="#ppt_y"/>
                                          </p:val>
                                        </p:tav>
                                      </p:tavLst>
                                    </p:anim>
                                  </p:childTnLst>
                                </p:cTn>
                              </p:par>
                              <p:par>
                                <p:cTn id="449" nodeType="withEffect" fill="hold" presetClass="entr" presetID="42">
                                  <p:stCondLst>
                                    <p:cond delay="0"/>
                                  </p:stCondLst>
                                  <p:childTnLst>
                                    <p:set>
                                      <p:cBhvr>
                                        <p:cTn id="450" dur="1" fill="hold">
                                          <p:stCondLst>
                                            <p:cond delay="0"/>
                                          </p:stCondLst>
                                        </p:cTn>
                                        <p:tgtEl>
                                          <p:spTgt spid="288">
                                            <p:txEl>
                                              <p:pRg st="2" end="2"/>
                                            </p:txEl>
                                          </p:spTgt>
                                        </p:tgtEl>
                                        <p:attrNameLst>
                                          <p:attrName>style.visibility</p:attrName>
                                        </p:attrNameLst>
                                      </p:cBhvr>
                                      <p:to>
                                        <p:strVal val="visible"/>
                                      </p:to>
                                    </p:set>
                                    <p:animEffect filter="fade" transition="in">
                                      <p:cBhvr additive="repl">
                                        <p:cTn id="451" dur="1000"/>
                                        <p:tgtEl>
                                          <p:spTgt spid="288">
                                            <p:txEl>
                                              <p:pRg st="2" end="2"/>
                                            </p:txEl>
                                          </p:spTgt>
                                        </p:tgtEl>
                                      </p:cBhvr>
                                    </p:animEffect>
                                    <p:anim calcmode="lin" valueType="num">
                                      <p:cBhvr additive="repl">
                                        <p:cTn id="452" dur="1000" fill="hold"/>
                                        <p:tgtEl>
                                          <p:spTgt spid="288">
                                            <p:txEl>
                                              <p:pRg st="2" end="2"/>
                                            </p:txEl>
                                          </p:spTgt>
                                        </p:tgtEl>
                                        <p:attrNameLst>
                                          <p:attrName>ppt_x</p:attrName>
                                        </p:attrNameLst>
                                      </p:cBhvr>
                                      <p:tavLst>
                                        <p:tav tm="0">
                                          <p:val>
                                            <p:strVal val="#ppt_x"/>
                                          </p:val>
                                        </p:tav>
                                        <p:tav tm="100000">
                                          <p:val>
                                            <p:strVal val="#ppt_x"/>
                                          </p:val>
                                        </p:tav>
                                      </p:tavLst>
                                    </p:anim>
                                    <p:anim calcmode="lin" valueType="num">
                                      <p:cBhvr additive="repl">
                                        <p:cTn id="453" dur="1000" fill="hold"/>
                                        <p:tgtEl>
                                          <p:spTgt spid="288">
                                            <p:txEl>
                                              <p:pRg st="2" end="2"/>
                                            </p:txEl>
                                          </p:spTgt>
                                        </p:tgtEl>
                                        <p:attrNameLst>
                                          <p:attrName>ppt_y</p:attrName>
                                        </p:attrNameLst>
                                      </p:cBhvr>
                                      <p:tavLst>
                                        <p:tav tm="0">
                                          <p:val>
                                            <p:strVal val="#ppt_y+.1"/>
                                          </p:val>
                                        </p:tav>
                                        <p:tav tm="100000">
                                          <p:val>
                                            <p:strVal val="#ppt_y"/>
                                          </p:val>
                                        </p:tav>
                                      </p:tavLst>
                                    </p:anim>
                                  </p:childTnLst>
                                </p:cTn>
                              </p:par>
                              <p:par>
                                <p:cTn id="454" nodeType="withEffect" fill="hold" presetClass="entr" presetID="42">
                                  <p:stCondLst>
                                    <p:cond delay="0"/>
                                  </p:stCondLst>
                                  <p:childTnLst>
                                    <p:set>
                                      <p:cBhvr>
                                        <p:cTn id="455" dur="1" fill="hold">
                                          <p:stCondLst>
                                            <p:cond delay="0"/>
                                          </p:stCondLst>
                                        </p:cTn>
                                        <p:tgtEl>
                                          <p:spTgt spid="288">
                                            <p:txEl>
                                              <p:pRg st="3" end="3"/>
                                            </p:txEl>
                                          </p:spTgt>
                                        </p:tgtEl>
                                        <p:attrNameLst>
                                          <p:attrName>style.visibility</p:attrName>
                                        </p:attrNameLst>
                                      </p:cBhvr>
                                      <p:to>
                                        <p:strVal val="visible"/>
                                      </p:to>
                                    </p:set>
                                    <p:animEffect filter="fade" transition="in">
                                      <p:cBhvr additive="repl">
                                        <p:cTn id="456" dur="1000"/>
                                        <p:tgtEl>
                                          <p:spTgt spid="288">
                                            <p:txEl>
                                              <p:pRg st="3" end="3"/>
                                            </p:txEl>
                                          </p:spTgt>
                                        </p:tgtEl>
                                      </p:cBhvr>
                                    </p:animEffect>
                                    <p:anim calcmode="lin" valueType="num">
                                      <p:cBhvr additive="repl">
                                        <p:cTn id="457" dur="1000" fill="hold"/>
                                        <p:tgtEl>
                                          <p:spTgt spid="288">
                                            <p:txEl>
                                              <p:pRg st="3" end="3"/>
                                            </p:txEl>
                                          </p:spTgt>
                                        </p:tgtEl>
                                        <p:attrNameLst>
                                          <p:attrName>ppt_x</p:attrName>
                                        </p:attrNameLst>
                                      </p:cBhvr>
                                      <p:tavLst>
                                        <p:tav tm="0">
                                          <p:val>
                                            <p:strVal val="#ppt_x"/>
                                          </p:val>
                                        </p:tav>
                                        <p:tav tm="100000">
                                          <p:val>
                                            <p:strVal val="#ppt_x"/>
                                          </p:val>
                                        </p:tav>
                                      </p:tavLst>
                                    </p:anim>
                                    <p:anim calcmode="lin" valueType="num">
                                      <p:cBhvr additive="repl">
                                        <p:cTn id="458" dur="1000" fill="hold"/>
                                        <p:tgtEl>
                                          <p:spTgt spid="288">
                                            <p:txEl>
                                              <p:pRg st="3" end="3"/>
                                            </p:txEl>
                                          </p:spTgt>
                                        </p:tgtEl>
                                        <p:attrNameLst>
                                          <p:attrName>ppt_y</p:attrName>
                                        </p:attrNameLst>
                                      </p:cBhvr>
                                      <p:tavLst>
                                        <p:tav tm="0">
                                          <p:val>
                                            <p:strVal val="#ppt_y+.1"/>
                                          </p:val>
                                        </p:tav>
                                        <p:tav tm="100000">
                                          <p:val>
                                            <p:strVal val="#ppt_y"/>
                                          </p:val>
                                        </p:tav>
                                      </p:tavLst>
                                    </p:anim>
                                  </p:childTnLst>
                                </p:cTn>
                              </p:par>
                              <p:par>
                                <p:cTn id="459" nodeType="withEffect" fill="hold" presetClass="entr" presetID="42">
                                  <p:stCondLst>
                                    <p:cond delay="0"/>
                                  </p:stCondLst>
                                  <p:childTnLst>
                                    <p:set>
                                      <p:cBhvr>
                                        <p:cTn id="460" dur="1" fill="hold">
                                          <p:stCondLst>
                                            <p:cond delay="0"/>
                                          </p:stCondLst>
                                        </p:cTn>
                                        <p:tgtEl>
                                          <p:spTgt spid="288">
                                            <p:txEl>
                                              <p:pRg st="4" end="4"/>
                                            </p:txEl>
                                          </p:spTgt>
                                        </p:tgtEl>
                                        <p:attrNameLst>
                                          <p:attrName>style.visibility</p:attrName>
                                        </p:attrNameLst>
                                      </p:cBhvr>
                                      <p:to>
                                        <p:strVal val="visible"/>
                                      </p:to>
                                    </p:set>
                                    <p:animEffect filter="fade" transition="in">
                                      <p:cBhvr additive="repl">
                                        <p:cTn id="461" dur="1000"/>
                                        <p:tgtEl>
                                          <p:spTgt spid="288">
                                            <p:txEl>
                                              <p:pRg st="4" end="4"/>
                                            </p:txEl>
                                          </p:spTgt>
                                        </p:tgtEl>
                                      </p:cBhvr>
                                    </p:animEffect>
                                    <p:anim calcmode="lin" valueType="num">
                                      <p:cBhvr additive="repl">
                                        <p:cTn id="462" dur="1000" fill="hold"/>
                                        <p:tgtEl>
                                          <p:spTgt spid="288">
                                            <p:txEl>
                                              <p:pRg st="4" end="4"/>
                                            </p:txEl>
                                          </p:spTgt>
                                        </p:tgtEl>
                                        <p:attrNameLst>
                                          <p:attrName>ppt_x</p:attrName>
                                        </p:attrNameLst>
                                      </p:cBhvr>
                                      <p:tavLst>
                                        <p:tav tm="0">
                                          <p:val>
                                            <p:strVal val="#ppt_x"/>
                                          </p:val>
                                        </p:tav>
                                        <p:tav tm="100000">
                                          <p:val>
                                            <p:strVal val="#ppt_x"/>
                                          </p:val>
                                        </p:tav>
                                      </p:tavLst>
                                    </p:anim>
                                    <p:anim calcmode="lin" valueType="num">
                                      <p:cBhvr additive="repl">
                                        <p:cTn id="463" dur="1000" fill="hold"/>
                                        <p:tgtEl>
                                          <p:spTgt spid="28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64" fill="hold">
                      <p:stCondLst>
                        <p:cond delay="indefinite"/>
                      </p:stCondLst>
                      <p:childTnLst>
                        <p:par>
                          <p:cTn id="465" fill="hold">
                            <p:stCondLst>
                              <p:cond delay="0"/>
                            </p:stCondLst>
                            <p:childTnLst>
                              <p:par>
                                <p:cTn id="466" nodeType="clickEffect" fill="hold" presetClass="entr" presetID="42">
                                  <p:stCondLst>
                                    <p:cond delay="0"/>
                                  </p:stCondLst>
                                  <p:childTnLst>
                                    <p:set>
                                      <p:cBhvr>
                                        <p:cTn id="467" dur="1" fill="hold">
                                          <p:stCondLst>
                                            <p:cond delay="0"/>
                                          </p:stCondLst>
                                        </p:cTn>
                                        <p:tgtEl>
                                          <p:spTgt spid="288">
                                            <p:txEl>
                                              <p:pRg st="5" end="5"/>
                                            </p:txEl>
                                          </p:spTgt>
                                        </p:tgtEl>
                                        <p:attrNameLst>
                                          <p:attrName>style.visibility</p:attrName>
                                        </p:attrNameLst>
                                      </p:cBhvr>
                                      <p:to>
                                        <p:strVal val="visible"/>
                                      </p:to>
                                    </p:set>
                                    <p:animEffect filter="fade" transition="in">
                                      <p:cBhvr additive="repl">
                                        <p:cTn id="468" dur="1000"/>
                                        <p:tgtEl>
                                          <p:spTgt spid="288">
                                            <p:txEl>
                                              <p:pRg st="5" end="5"/>
                                            </p:txEl>
                                          </p:spTgt>
                                        </p:tgtEl>
                                      </p:cBhvr>
                                    </p:animEffect>
                                    <p:anim calcmode="lin" valueType="num">
                                      <p:cBhvr additive="repl">
                                        <p:cTn id="469" dur="1000" fill="hold"/>
                                        <p:tgtEl>
                                          <p:spTgt spid="288">
                                            <p:txEl>
                                              <p:pRg st="5" end="5"/>
                                            </p:txEl>
                                          </p:spTgt>
                                        </p:tgtEl>
                                        <p:attrNameLst>
                                          <p:attrName>ppt_x</p:attrName>
                                        </p:attrNameLst>
                                      </p:cBhvr>
                                      <p:tavLst>
                                        <p:tav tm="0">
                                          <p:val>
                                            <p:strVal val="#ppt_x"/>
                                          </p:val>
                                        </p:tav>
                                        <p:tav tm="100000">
                                          <p:val>
                                            <p:strVal val="#ppt_x"/>
                                          </p:val>
                                        </p:tav>
                                      </p:tavLst>
                                    </p:anim>
                                    <p:anim calcmode="lin" valueType="num">
                                      <p:cBhvr additive="repl">
                                        <p:cTn id="470" dur="1000" fill="hold"/>
                                        <p:tgtEl>
                                          <p:spTgt spid="28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27961</TotalTime>
  <Application>LibreOffice/6.4.6.2$Linux_X86_64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2020-03-18T06:04:29Z</dcterms:created>
  <dc:creator>Arvind Maurya</dc:creator>
  <dc:description/>
  <dc:language>en-IN</dc:language>
  <cp:lastModifiedBy/>
  <dcterms:modified xsi:type="dcterms:W3CDTF">2021-02-27T18:01:16Z</dcterms:modified>
  <cp:revision>202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60</vt:i4>
  </property>
</Properties>
</file>